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</p:sldMasterIdLst>
  <p:sldIdLst>
    <p:sldId id="469" r:id="rId4"/>
    <p:sldId id="256" r:id="rId5"/>
    <p:sldId id="257" r:id="rId6"/>
    <p:sldId id="258" r:id="rId7"/>
    <p:sldId id="262" r:id="rId8"/>
    <p:sldId id="259" r:id="rId9"/>
    <p:sldId id="468" r:id="rId10"/>
    <p:sldId id="427" r:id="rId11"/>
    <p:sldId id="260" r:id="rId12"/>
    <p:sldId id="424" r:id="rId13"/>
    <p:sldId id="289" r:id="rId14"/>
    <p:sldId id="380" r:id="rId15"/>
    <p:sldId id="381" r:id="rId16"/>
    <p:sldId id="456" r:id="rId17"/>
    <p:sldId id="437" r:id="rId18"/>
    <p:sldId id="438" r:id="rId19"/>
    <p:sldId id="439" r:id="rId20"/>
    <p:sldId id="426" r:id="rId21"/>
    <p:sldId id="464" r:id="rId22"/>
    <p:sldId id="465" r:id="rId23"/>
    <p:sldId id="466" r:id="rId24"/>
    <p:sldId id="382" r:id="rId25"/>
    <p:sldId id="377" r:id="rId26"/>
    <p:sldId id="428" r:id="rId27"/>
    <p:sldId id="467" r:id="rId28"/>
    <p:sldId id="460" r:id="rId29"/>
    <p:sldId id="461" r:id="rId30"/>
    <p:sldId id="462" r:id="rId31"/>
    <p:sldId id="429" r:id="rId32"/>
    <p:sldId id="37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C4EED5-7AFA-4310-9138-D805A318B801}" v="44" dt="2025-09-30T10:23:00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45"/>
    <p:restoredTop sz="94653"/>
  </p:normalViewPr>
  <p:slideViewPr>
    <p:cSldViewPr snapToGrid="0" snapToObjects="1">
      <p:cViewPr varScale="1">
        <p:scale>
          <a:sx n="63" d="100"/>
          <a:sy n="63" d="100"/>
        </p:scale>
        <p:origin x="11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5/10/relationships/revisionInfo" Target="revisionInfo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esh Tarapore" userId="37b2bd15-1127-4d3c-bc49-81d90bedff24" providerId="ADAL" clId="{D9C4EED5-7AFA-4310-9138-D805A318B801}"/>
    <pc:docChg chg="undo custSel addSld delSld modSld sldOrd">
      <pc:chgData name="Danesh Tarapore" userId="37b2bd15-1127-4d3c-bc49-81d90bedff24" providerId="ADAL" clId="{D9C4EED5-7AFA-4310-9138-D805A318B801}" dt="2025-09-30T12:07:59.186" v="854" actId="20577"/>
      <pc:docMkLst>
        <pc:docMk/>
      </pc:docMkLst>
      <pc:sldChg chg="modSp mod">
        <pc:chgData name="Danesh Tarapore" userId="37b2bd15-1127-4d3c-bc49-81d90bedff24" providerId="ADAL" clId="{D9C4EED5-7AFA-4310-9138-D805A318B801}" dt="2025-09-30T09:23:22.530" v="29" actId="27636"/>
        <pc:sldMkLst>
          <pc:docMk/>
          <pc:sldMk cId="17109454" sldId="257"/>
        </pc:sldMkLst>
        <pc:spChg chg="mod">
          <ac:chgData name="Danesh Tarapore" userId="37b2bd15-1127-4d3c-bc49-81d90bedff24" providerId="ADAL" clId="{D9C4EED5-7AFA-4310-9138-D805A318B801}" dt="2025-09-30T09:23:22.530" v="29" actId="27636"/>
          <ac:spMkLst>
            <pc:docMk/>
            <pc:sldMk cId="17109454" sldId="257"/>
            <ac:spMk id="3" creationId="{00000000-0000-0000-0000-000000000000}"/>
          </ac:spMkLst>
        </pc:spChg>
      </pc:sldChg>
      <pc:sldChg chg="addSp delSp modSp mod modAnim">
        <pc:chgData name="Danesh Tarapore" userId="37b2bd15-1127-4d3c-bc49-81d90bedff24" providerId="ADAL" clId="{D9C4EED5-7AFA-4310-9138-D805A318B801}" dt="2025-09-30T10:21:04.110" v="831"/>
        <pc:sldMkLst>
          <pc:docMk/>
          <pc:sldMk cId="310411267" sldId="259"/>
        </pc:sldMkLst>
        <pc:spChg chg="mod">
          <ac:chgData name="Danesh Tarapore" userId="37b2bd15-1127-4d3c-bc49-81d90bedff24" providerId="ADAL" clId="{D9C4EED5-7AFA-4310-9138-D805A318B801}" dt="2025-09-30T09:24:28.258" v="34" actId="20577"/>
          <ac:spMkLst>
            <pc:docMk/>
            <pc:sldMk cId="310411267" sldId="259"/>
            <ac:spMk id="3" creationId="{00000000-0000-0000-0000-000000000000}"/>
          </ac:spMkLst>
        </pc:spChg>
        <pc:spChg chg="mod">
          <ac:chgData name="Danesh Tarapore" userId="37b2bd15-1127-4d3c-bc49-81d90bedff24" providerId="ADAL" clId="{D9C4EED5-7AFA-4310-9138-D805A318B801}" dt="2025-09-30T09:25:14.522" v="40" actId="1076"/>
          <ac:spMkLst>
            <pc:docMk/>
            <pc:sldMk cId="310411267" sldId="259"/>
            <ac:spMk id="6" creationId="{00000000-0000-0000-0000-000000000000}"/>
          </ac:spMkLst>
        </pc:spChg>
        <pc:spChg chg="add mod">
          <ac:chgData name="Danesh Tarapore" userId="37b2bd15-1127-4d3c-bc49-81d90bedff24" providerId="ADAL" clId="{D9C4EED5-7AFA-4310-9138-D805A318B801}" dt="2025-09-30T10:15:35.678" v="749" actId="1076"/>
          <ac:spMkLst>
            <pc:docMk/>
            <pc:sldMk cId="310411267" sldId="259"/>
            <ac:spMk id="8" creationId="{EB7A7F17-709D-06A1-5086-4FEB9D7FFC09}"/>
          </ac:spMkLst>
        </pc:spChg>
        <pc:spChg chg="add mod">
          <ac:chgData name="Danesh Tarapore" userId="37b2bd15-1127-4d3c-bc49-81d90bedff24" providerId="ADAL" clId="{D9C4EED5-7AFA-4310-9138-D805A318B801}" dt="2025-09-30T10:15:43.625" v="750" actId="1076"/>
          <ac:spMkLst>
            <pc:docMk/>
            <pc:sldMk cId="310411267" sldId="259"/>
            <ac:spMk id="9" creationId="{0DB42D73-FFBF-7B6D-6AB8-17ED3B9A653A}"/>
          </ac:spMkLst>
        </pc:spChg>
        <pc:spChg chg="add mod">
          <ac:chgData name="Danesh Tarapore" userId="37b2bd15-1127-4d3c-bc49-81d90bedff24" providerId="ADAL" clId="{D9C4EED5-7AFA-4310-9138-D805A318B801}" dt="2025-09-30T10:15:51.442" v="752" actId="1076"/>
          <ac:spMkLst>
            <pc:docMk/>
            <pc:sldMk cId="310411267" sldId="259"/>
            <ac:spMk id="10" creationId="{A0979BE9-8EC6-1B96-CCFA-82D46D139C22}"/>
          </ac:spMkLst>
        </pc:spChg>
        <pc:spChg chg="add mod">
          <ac:chgData name="Danesh Tarapore" userId="37b2bd15-1127-4d3c-bc49-81d90bedff24" providerId="ADAL" clId="{D9C4EED5-7AFA-4310-9138-D805A318B801}" dt="2025-09-30T10:20:30.641" v="817" actId="20577"/>
          <ac:spMkLst>
            <pc:docMk/>
            <pc:sldMk cId="310411267" sldId="259"/>
            <ac:spMk id="15" creationId="{25DC544D-B303-034D-5AB5-14C279884EAD}"/>
          </ac:spMkLst>
        </pc:spChg>
        <pc:spChg chg="add mod">
          <ac:chgData name="Danesh Tarapore" userId="37b2bd15-1127-4d3c-bc49-81d90bedff24" providerId="ADAL" clId="{D9C4EED5-7AFA-4310-9138-D805A318B801}" dt="2025-09-30T10:20:29.140" v="814" actId="20577"/>
          <ac:spMkLst>
            <pc:docMk/>
            <pc:sldMk cId="310411267" sldId="259"/>
            <ac:spMk id="16" creationId="{4034A84A-BFAB-5F7D-9B20-9A0BBD1EDC31}"/>
          </ac:spMkLst>
        </pc:spChg>
        <pc:spChg chg="add mod">
          <ac:chgData name="Danesh Tarapore" userId="37b2bd15-1127-4d3c-bc49-81d90bedff24" providerId="ADAL" clId="{D9C4EED5-7AFA-4310-9138-D805A318B801}" dt="2025-09-30T10:20:28.807" v="813" actId="20577"/>
          <ac:spMkLst>
            <pc:docMk/>
            <pc:sldMk cId="310411267" sldId="259"/>
            <ac:spMk id="17" creationId="{0CFCC275-D03D-F7F5-6B19-23B64EF63507}"/>
          </ac:spMkLst>
        </pc:spChg>
        <pc:spChg chg="add mod">
          <ac:chgData name="Danesh Tarapore" userId="37b2bd15-1127-4d3c-bc49-81d90bedff24" providerId="ADAL" clId="{D9C4EED5-7AFA-4310-9138-D805A318B801}" dt="2025-09-30T10:20:49.016" v="830" actId="1076"/>
          <ac:spMkLst>
            <pc:docMk/>
            <pc:sldMk cId="310411267" sldId="259"/>
            <ac:spMk id="20" creationId="{6FBC3654-7883-8BAE-6EFB-059F066836D4}"/>
          </ac:spMkLst>
        </pc:spChg>
        <pc:picChg chg="del">
          <ac:chgData name="Danesh Tarapore" userId="37b2bd15-1127-4d3c-bc49-81d90bedff24" providerId="ADAL" clId="{D9C4EED5-7AFA-4310-9138-D805A318B801}" dt="2025-09-30T09:24:55.448" v="35" actId="478"/>
          <ac:picMkLst>
            <pc:docMk/>
            <pc:sldMk cId="310411267" sldId="259"/>
            <ac:picMk id="5" creationId="{B29ECE81-2C69-ADF6-A428-3220C0178DD8}"/>
          </ac:picMkLst>
        </pc:picChg>
        <pc:picChg chg="add mod">
          <ac:chgData name="Danesh Tarapore" userId="37b2bd15-1127-4d3c-bc49-81d90bedff24" providerId="ADAL" clId="{D9C4EED5-7AFA-4310-9138-D805A318B801}" dt="2025-09-30T10:15:32.473" v="748" actId="1076"/>
          <ac:picMkLst>
            <pc:docMk/>
            <pc:sldMk cId="310411267" sldId="259"/>
            <ac:picMk id="7" creationId="{092F2D6E-7AA8-5FB2-DF6A-49E5233F0E27}"/>
          </ac:picMkLst>
        </pc:picChg>
        <pc:cxnChg chg="add">
          <ac:chgData name="Danesh Tarapore" userId="37b2bd15-1127-4d3c-bc49-81d90bedff24" providerId="ADAL" clId="{D9C4EED5-7AFA-4310-9138-D805A318B801}" dt="2025-09-30T10:16:04.038" v="753" actId="11529"/>
          <ac:cxnSpMkLst>
            <pc:docMk/>
            <pc:sldMk cId="310411267" sldId="259"/>
            <ac:cxnSpMk id="12" creationId="{CD660CE9-2570-4804-0DA0-E7AA12C1500A}"/>
          </ac:cxnSpMkLst>
        </pc:cxnChg>
        <pc:cxnChg chg="add mod">
          <ac:chgData name="Danesh Tarapore" userId="37b2bd15-1127-4d3c-bc49-81d90bedff24" providerId="ADAL" clId="{D9C4EED5-7AFA-4310-9138-D805A318B801}" dt="2025-09-30T10:16:10.378" v="755" actId="1076"/>
          <ac:cxnSpMkLst>
            <pc:docMk/>
            <pc:sldMk cId="310411267" sldId="259"/>
            <ac:cxnSpMk id="13" creationId="{D2D644A1-C0BF-58B2-A98B-ADA284FFA0DA}"/>
          </ac:cxnSpMkLst>
        </pc:cxnChg>
        <pc:cxnChg chg="add mod">
          <ac:chgData name="Danesh Tarapore" userId="37b2bd15-1127-4d3c-bc49-81d90bedff24" providerId="ADAL" clId="{D9C4EED5-7AFA-4310-9138-D805A318B801}" dt="2025-09-30T10:16:21.046" v="757" actId="1076"/>
          <ac:cxnSpMkLst>
            <pc:docMk/>
            <pc:sldMk cId="310411267" sldId="259"/>
            <ac:cxnSpMk id="14" creationId="{C95CABBE-E7BD-FD1D-4045-820FD203CA20}"/>
          </ac:cxnSpMkLst>
        </pc:cxnChg>
        <pc:cxnChg chg="add del mod">
          <ac:chgData name="Danesh Tarapore" userId="37b2bd15-1127-4d3c-bc49-81d90bedff24" providerId="ADAL" clId="{D9C4EED5-7AFA-4310-9138-D805A318B801}" dt="2025-09-30T10:20:35.425" v="819" actId="478"/>
          <ac:cxnSpMkLst>
            <pc:docMk/>
            <pc:sldMk cId="310411267" sldId="259"/>
            <ac:cxnSpMk id="19" creationId="{EF947FF9-7BA2-E3F9-85CA-E7E0B0284943}"/>
          </ac:cxnSpMkLst>
        </pc:cxnChg>
      </pc:sldChg>
      <pc:sldChg chg="modSp mod">
        <pc:chgData name="Danesh Tarapore" userId="37b2bd15-1127-4d3c-bc49-81d90bedff24" providerId="ADAL" clId="{D9C4EED5-7AFA-4310-9138-D805A318B801}" dt="2025-09-30T09:36:24.539" v="117" actId="20577"/>
        <pc:sldMkLst>
          <pc:docMk/>
          <pc:sldMk cId="1655193325" sldId="260"/>
        </pc:sldMkLst>
        <pc:spChg chg="mod">
          <ac:chgData name="Danesh Tarapore" userId="37b2bd15-1127-4d3c-bc49-81d90bedff24" providerId="ADAL" clId="{D9C4EED5-7AFA-4310-9138-D805A318B801}" dt="2025-09-30T09:36:24.539" v="117" actId="20577"/>
          <ac:spMkLst>
            <pc:docMk/>
            <pc:sldMk cId="1655193325" sldId="260"/>
            <ac:spMk id="3" creationId="{00000000-0000-0000-0000-000000000000}"/>
          </ac:spMkLst>
        </pc:spChg>
      </pc:sldChg>
      <pc:sldChg chg="modSp mod">
        <pc:chgData name="Danesh Tarapore" userId="37b2bd15-1127-4d3c-bc49-81d90bedff24" providerId="ADAL" clId="{D9C4EED5-7AFA-4310-9138-D805A318B801}" dt="2025-09-30T10:14:07.714" v="736" actId="14100"/>
        <pc:sldMkLst>
          <pc:docMk/>
          <pc:sldMk cId="679176744" sldId="262"/>
        </pc:sldMkLst>
        <pc:spChg chg="mod">
          <ac:chgData name="Danesh Tarapore" userId="37b2bd15-1127-4d3c-bc49-81d90bedff24" providerId="ADAL" clId="{D9C4EED5-7AFA-4310-9138-D805A318B801}" dt="2025-09-30T10:14:07.714" v="736" actId="14100"/>
          <ac:spMkLst>
            <pc:docMk/>
            <pc:sldMk cId="679176744" sldId="262"/>
            <ac:spMk id="3" creationId="{00000000-0000-0000-0000-000000000000}"/>
          </ac:spMkLst>
        </pc:spChg>
      </pc:sldChg>
      <pc:sldChg chg="modSp mod">
        <pc:chgData name="Danesh Tarapore" userId="37b2bd15-1127-4d3c-bc49-81d90bedff24" providerId="ADAL" clId="{D9C4EED5-7AFA-4310-9138-D805A318B801}" dt="2025-09-30T12:07:59.186" v="854" actId="20577"/>
        <pc:sldMkLst>
          <pc:docMk/>
          <pc:sldMk cId="2787905435" sldId="377"/>
        </pc:sldMkLst>
        <pc:spChg chg="mod">
          <ac:chgData name="Danesh Tarapore" userId="37b2bd15-1127-4d3c-bc49-81d90bedff24" providerId="ADAL" clId="{D9C4EED5-7AFA-4310-9138-D805A318B801}" dt="2025-09-30T12:07:59.186" v="854" actId="20577"/>
          <ac:spMkLst>
            <pc:docMk/>
            <pc:sldMk cId="2787905435" sldId="377"/>
            <ac:spMk id="2" creationId="{B8C81F8C-BF62-154A-8523-E1F36F96E8CB}"/>
          </ac:spMkLst>
        </pc:spChg>
      </pc:sldChg>
      <pc:sldChg chg="modSp add del mod ord">
        <pc:chgData name="Danesh Tarapore" userId="37b2bd15-1127-4d3c-bc49-81d90bedff24" providerId="ADAL" clId="{D9C4EED5-7AFA-4310-9138-D805A318B801}" dt="2025-09-30T10:28:09.485" v="849" actId="47"/>
        <pc:sldMkLst>
          <pc:docMk/>
          <pc:sldMk cId="1870628590" sldId="378"/>
        </pc:sldMkLst>
        <pc:spChg chg="mod">
          <ac:chgData name="Danesh Tarapore" userId="37b2bd15-1127-4d3c-bc49-81d90bedff24" providerId="ADAL" clId="{D9C4EED5-7AFA-4310-9138-D805A318B801}" dt="2025-09-30T09:38:10.590" v="217" actId="20577"/>
          <ac:spMkLst>
            <pc:docMk/>
            <pc:sldMk cId="1870628590" sldId="378"/>
            <ac:spMk id="2" creationId="{9F872108-7B86-9F42-B98E-426C84BF75BA}"/>
          </ac:spMkLst>
        </pc:spChg>
        <pc:spChg chg="mod">
          <ac:chgData name="Danesh Tarapore" userId="37b2bd15-1127-4d3c-bc49-81d90bedff24" providerId="ADAL" clId="{D9C4EED5-7AFA-4310-9138-D805A318B801}" dt="2025-09-30T09:39:27.657" v="222" actId="20577"/>
          <ac:spMkLst>
            <pc:docMk/>
            <pc:sldMk cId="1870628590" sldId="378"/>
            <ac:spMk id="3" creationId="{44CFAA95-8BA8-BB43-BB3E-A1630B172ED9}"/>
          </ac:spMkLst>
        </pc:spChg>
      </pc:sldChg>
      <pc:sldChg chg="modSp mod">
        <pc:chgData name="Danesh Tarapore" userId="37b2bd15-1127-4d3c-bc49-81d90bedff24" providerId="ADAL" clId="{D9C4EED5-7AFA-4310-9138-D805A318B801}" dt="2025-09-30T09:36:12.309" v="116" actId="20577"/>
        <pc:sldMkLst>
          <pc:docMk/>
          <pc:sldMk cId="2771016836" sldId="382"/>
        </pc:sldMkLst>
        <pc:spChg chg="mod">
          <ac:chgData name="Danesh Tarapore" userId="37b2bd15-1127-4d3c-bc49-81d90bedff24" providerId="ADAL" clId="{D9C4EED5-7AFA-4310-9138-D805A318B801}" dt="2025-09-30T09:36:12.309" v="116" actId="20577"/>
          <ac:spMkLst>
            <pc:docMk/>
            <pc:sldMk cId="2771016836" sldId="382"/>
            <ac:spMk id="3" creationId="{00000000-0000-0000-0000-000000000000}"/>
          </ac:spMkLst>
        </pc:spChg>
      </pc:sldChg>
      <pc:sldChg chg="del">
        <pc:chgData name="Danesh Tarapore" userId="37b2bd15-1127-4d3c-bc49-81d90bedff24" providerId="ADAL" clId="{D9C4EED5-7AFA-4310-9138-D805A318B801}" dt="2025-09-30T09:28:08.365" v="86" actId="2696"/>
        <pc:sldMkLst>
          <pc:docMk/>
          <pc:sldMk cId="3485682765" sldId="383"/>
        </pc:sldMkLst>
      </pc:sldChg>
      <pc:sldChg chg="add del">
        <pc:chgData name="Danesh Tarapore" userId="37b2bd15-1127-4d3c-bc49-81d90bedff24" providerId="ADAL" clId="{D9C4EED5-7AFA-4310-9138-D805A318B801}" dt="2025-09-30T10:28:19.610" v="851" actId="47"/>
        <pc:sldMkLst>
          <pc:docMk/>
          <pc:sldMk cId="2716142480" sldId="421"/>
        </pc:sldMkLst>
      </pc:sldChg>
      <pc:sldChg chg="modSp mod">
        <pc:chgData name="Danesh Tarapore" userId="37b2bd15-1127-4d3c-bc49-81d90bedff24" providerId="ADAL" clId="{D9C4EED5-7AFA-4310-9138-D805A318B801}" dt="2025-09-30T09:35:03.558" v="114" actId="20577"/>
        <pc:sldMkLst>
          <pc:docMk/>
          <pc:sldMk cId="3405845758" sldId="426"/>
        </pc:sldMkLst>
        <pc:spChg chg="mod">
          <ac:chgData name="Danesh Tarapore" userId="37b2bd15-1127-4d3c-bc49-81d90bedff24" providerId="ADAL" clId="{D9C4EED5-7AFA-4310-9138-D805A318B801}" dt="2025-09-30T09:35:03.558" v="114" actId="20577"/>
          <ac:spMkLst>
            <pc:docMk/>
            <pc:sldMk cId="3405845758" sldId="426"/>
            <ac:spMk id="2" creationId="{00000000-0000-0000-0000-000000000000}"/>
          </ac:spMkLst>
        </pc:spChg>
      </pc:sldChg>
      <pc:sldChg chg="modSp mod">
        <pc:chgData name="Danesh Tarapore" userId="37b2bd15-1127-4d3c-bc49-81d90bedff24" providerId="ADAL" clId="{D9C4EED5-7AFA-4310-9138-D805A318B801}" dt="2025-09-30T10:18:37.102" v="783" actId="20577"/>
        <pc:sldMkLst>
          <pc:docMk/>
          <pc:sldMk cId="3577241254" sldId="427"/>
        </pc:sldMkLst>
        <pc:spChg chg="mod">
          <ac:chgData name="Danesh Tarapore" userId="37b2bd15-1127-4d3c-bc49-81d90bedff24" providerId="ADAL" clId="{D9C4EED5-7AFA-4310-9138-D805A318B801}" dt="2025-09-30T10:18:12.071" v="780" actId="20577"/>
          <ac:spMkLst>
            <pc:docMk/>
            <pc:sldMk cId="3577241254" sldId="427"/>
            <ac:spMk id="2" creationId="{00000000-0000-0000-0000-000000000000}"/>
          </ac:spMkLst>
        </pc:spChg>
        <pc:spChg chg="mod">
          <ac:chgData name="Danesh Tarapore" userId="37b2bd15-1127-4d3c-bc49-81d90bedff24" providerId="ADAL" clId="{D9C4EED5-7AFA-4310-9138-D805A318B801}" dt="2025-09-30T10:18:37.102" v="783" actId="20577"/>
          <ac:spMkLst>
            <pc:docMk/>
            <pc:sldMk cId="3577241254" sldId="427"/>
            <ac:spMk id="3" creationId="{00000000-0000-0000-0000-000000000000}"/>
          </ac:spMkLst>
        </pc:spChg>
      </pc:sldChg>
      <pc:sldChg chg="modSp mod">
        <pc:chgData name="Danesh Tarapore" userId="37b2bd15-1127-4d3c-bc49-81d90bedff24" providerId="ADAL" clId="{D9C4EED5-7AFA-4310-9138-D805A318B801}" dt="2025-09-30T09:40:12.498" v="229"/>
        <pc:sldMkLst>
          <pc:docMk/>
          <pc:sldMk cId="1037510245" sldId="428"/>
        </pc:sldMkLst>
        <pc:spChg chg="mod">
          <ac:chgData name="Danesh Tarapore" userId="37b2bd15-1127-4d3c-bc49-81d90bedff24" providerId="ADAL" clId="{D9C4EED5-7AFA-4310-9138-D805A318B801}" dt="2025-09-30T09:40:12.498" v="229"/>
          <ac:spMkLst>
            <pc:docMk/>
            <pc:sldMk cId="1037510245" sldId="428"/>
            <ac:spMk id="2" creationId="{00000000-0000-0000-0000-000000000000}"/>
          </ac:spMkLst>
        </pc:spChg>
      </pc:sldChg>
      <pc:sldChg chg="modSp mod">
        <pc:chgData name="Danesh Tarapore" userId="37b2bd15-1127-4d3c-bc49-81d90bedff24" providerId="ADAL" clId="{D9C4EED5-7AFA-4310-9138-D805A318B801}" dt="2025-09-30T10:22:35.892" v="843" actId="20577"/>
        <pc:sldMkLst>
          <pc:docMk/>
          <pc:sldMk cId="1262479125" sldId="429"/>
        </pc:sldMkLst>
        <pc:spChg chg="mod">
          <ac:chgData name="Danesh Tarapore" userId="37b2bd15-1127-4d3c-bc49-81d90bedff24" providerId="ADAL" clId="{D9C4EED5-7AFA-4310-9138-D805A318B801}" dt="2025-09-30T09:41:18.977" v="251" actId="20577"/>
          <ac:spMkLst>
            <pc:docMk/>
            <pc:sldMk cId="1262479125" sldId="429"/>
            <ac:spMk id="2" creationId="{5EDA5DEF-3F0E-4A55-99E6-17303E934779}"/>
          </ac:spMkLst>
        </pc:spChg>
        <pc:spChg chg="mod">
          <ac:chgData name="Danesh Tarapore" userId="37b2bd15-1127-4d3c-bc49-81d90bedff24" providerId="ADAL" clId="{D9C4EED5-7AFA-4310-9138-D805A318B801}" dt="2025-09-30T10:22:35.892" v="843" actId="20577"/>
          <ac:spMkLst>
            <pc:docMk/>
            <pc:sldMk cId="1262479125" sldId="429"/>
            <ac:spMk id="3" creationId="{0A146440-715B-452C-8D52-5C8DECFA4382}"/>
          </ac:spMkLst>
        </pc:spChg>
      </pc:sldChg>
      <pc:sldChg chg="del">
        <pc:chgData name="Danesh Tarapore" userId="37b2bd15-1127-4d3c-bc49-81d90bedff24" providerId="ADAL" clId="{D9C4EED5-7AFA-4310-9138-D805A318B801}" dt="2025-09-30T09:35:57.474" v="115" actId="47"/>
        <pc:sldMkLst>
          <pc:docMk/>
          <pc:sldMk cId="3639384605" sldId="457"/>
        </pc:sldMkLst>
      </pc:sldChg>
      <pc:sldChg chg="del">
        <pc:chgData name="Danesh Tarapore" userId="37b2bd15-1127-4d3c-bc49-81d90bedff24" providerId="ADAL" clId="{D9C4EED5-7AFA-4310-9138-D805A318B801}" dt="2025-09-30T09:35:57.474" v="115" actId="47"/>
        <pc:sldMkLst>
          <pc:docMk/>
          <pc:sldMk cId="4264017325" sldId="458"/>
        </pc:sldMkLst>
      </pc:sldChg>
      <pc:sldChg chg="del">
        <pc:chgData name="Danesh Tarapore" userId="37b2bd15-1127-4d3c-bc49-81d90bedff24" providerId="ADAL" clId="{D9C4EED5-7AFA-4310-9138-D805A318B801}" dt="2025-09-30T09:35:57.474" v="115" actId="47"/>
        <pc:sldMkLst>
          <pc:docMk/>
          <pc:sldMk cId="1640211896" sldId="459"/>
        </pc:sldMkLst>
      </pc:sldChg>
      <pc:sldChg chg="addSp delSp modSp mod">
        <pc:chgData name="Danesh Tarapore" userId="37b2bd15-1127-4d3c-bc49-81d90bedff24" providerId="ADAL" clId="{D9C4EED5-7AFA-4310-9138-D805A318B801}" dt="2025-09-30T09:46:11.909" v="315" actId="1076"/>
        <pc:sldMkLst>
          <pc:docMk/>
          <pc:sldMk cId="4140396430" sldId="460"/>
        </pc:sldMkLst>
        <pc:spChg chg="mod">
          <ac:chgData name="Danesh Tarapore" userId="37b2bd15-1127-4d3c-bc49-81d90bedff24" providerId="ADAL" clId="{D9C4EED5-7AFA-4310-9138-D805A318B801}" dt="2025-09-30T09:46:05.903" v="314" actId="20577"/>
          <ac:spMkLst>
            <pc:docMk/>
            <pc:sldMk cId="4140396430" sldId="460"/>
            <ac:spMk id="3" creationId="{DE05FC72-8233-5F10-C785-5F7F483C5812}"/>
          </ac:spMkLst>
        </pc:spChg>
        <pc:picChg chg="del">
          <ac:chgData name="Danesh Tarapore" userId="37b2bd15-1127-4d3c-bc49-81d90bedff24" providerId="ADAL" clId="{D9C4EED5-7AFA-4310-9138-D805A318B801}" dt="2025-09-30T09:45:32.924" v="297" actId="478"/>
          <ac:picMkLst>
            <pc:docMk/>
            <pc:sldMk cId="4140396430" sldId="460"/>
            <ac:picMk id="5" creationId="{69771F9D-652A-91EC-C0C2-5EFA87285292}"/>
          </ac:picMkLst>
        </pc:picChg>
        <pc:picChg chg="add mod">
          <ac:chgData name="Danesh Tarapore" userId="37b2bd15-1127-4d3c-bc49-81d90bedff24" providerId="ADAL" clId="{D9C4EED5-7AFA-4310-9138-D805A318B801}" dt="2025-09-30T09:46:11.909" v="315" actId="1076"/>
          <ac:picMkLst>
            <pc:docMk/>
            <pc:sldMk cId="4140396430" sldId="460"/>
            <ac:picMk id="6" creationId="{40151A09-517B-FB9C-2BF2-0A18A9D204B7}"/>
          </ac:picMkLst>
        </pc:picChg>
      </pc:sldChg>
      <pc:sldChg chg="del">
        <pc:chgData name="Danesh Tarapore" userId="37b2bd15-1127-4d3c-bc49-81d90bedff24" providerId="ADAL" clId="{D9C4EED5-7AFA-4310-9138-D805A318B801}" dt="2025-09-30T09:38:50.468" v="220" actId="47"/>
        <pc:sldMkLst>
          <pc:docMk/>
          <pc:sldMk cId="1389462836" sldId="463"/>
        </pc:sldMkLst>
      </pc:sldChg>
      <pc:sldChg chg="add">
        <pc:chgData name="Danesh Tarapore" userId="37b2bd15-1127-4d3c-bc49-81d90bedff24" providerId="ADAL" clId="{D9C4EED5-7AFA-4310-9138-D805A318B801}" dt="2025-09-30T09:34:30.941" v="89"/>
        <pc:sldMkLst>
          <pc:docMk/>
          <pc:sldMk cId="3827994688" sldId="464"/>
        </pc:sldMkLst>
      </pc:sldChg>
      <pc:sldChg chg="delSp add setBg delDesignElem">
        <pc:chgData name="Danesh Tarapore" userId="37b2bd15-1127-4d3c-bc49-81d90bedff24" providerId="ADAL" clId="{D9C4EED5-7AFA-4310-9138-D805A318B801}" dt="2025-09-30T09:34:30.941" v="89"/>
        <pc:sldMkLst>
          <pc:docMk/>
          <pc:sldMk cId="1950046716" sldId="465"/>
        </pc:sldMkLst>
        <pc:spChg chg="del">
          <ac:chgData name="Danesh Tarapore" userId="37b2bd15-1127-4d3c-bc49-81d90bedff24" providerId="ADAL" clId="{D9C4EED5-7AFA-4310-9138-D805A318B801}" dt="2025-09-30T09:34:30.941" v="89"/>
          <ac:spMkLst>
            <pc:docMk/>
            <pc:sldMk cId="1950046716" sldId="465"/>
            <ac:spMk id="1031" creationId="{2B97F24A-32CE-4C1C-A50D-3016B394DCFB}"/>
          </ac:spMkLst>
        </pc:spChg>
        <pc:spChg chg="del">
          <ac:chgData name="Danesh Tarapore" userId="37b2bd15-1127-4d3c-bc49-81d90bedff24" providerId="ADAL" clId="{D9C4EED5-7AFA-4310-9138-D805A318B801}" dt="2025-09-30T09:34:30.941" v="89"/>
          <ac:spMkLst>
            <pc:docMk/>
            <pc:sldMk cId="1950046716" sldId="465"/>
            <ac:spMk id="1033" creationId="{CD8B4F24-440B-49E9-B85D-733523DC064B}"/>
          </ac:spMkLst>
        </pc:spChg>
      </pc:sldChg>
      <pc:sldChg chg="delSp add setBg delDesignElem">
        <pc:chgData name="Danesh Tarapore" userId="37b2bd15-1127-4d3c-bc49-81d90bedff24" providerId="ADAL" clId="{D9C4EED5-7AFA-4310-9138-D805A318B801}" dt="2025-09-30T09:34:30.941" v="89"/>
        <pc:sldMkLst>
          <pc:docMk/>
          <pc:sldMk cId="3217270526" sldId="466"/>
        </pc:sldMkLst>
        <pc:spChg chg="del">
          <ac:chgData name="Danesh Tarapore" userId="37b2bd15-1127-4d3c-bc49-81d90bedff24" providerId="ADAL" clId="{D9C4EED5-7AFA-4310-9138-D805A318B801}" dt="2025-09-30T09:34:30.941" v="89"/>
          <ac:spMkLst>
            <pc:docMk/>
            <pc:sldMk cId="3217270526" sldId="466"/>
            <ac:spMk id="1031" creationId="{2B97F24A-32CE-4C1C-A50D-3016B394DCFB}"/>
          </ac:spMkLst>
        </pc:spChg>
        <pc:spChg chg="del">
          <ac:chgData name="Danesh Tarapore" userId="37b2bd15-1127-4d3c-bc49-81d90bedff24" providerId="ADAL" clId="{D9C4EED5-7AFA-4310-9138-D805A318B801}" dt="2025-09-30T09:34:30.941" v="89"/>
          <ac:spMkLst>
            <pc:docMk/>
            <pc:sldMk cId="3217270526" sldId="466"/>
            <ac:spMk id="1033" creationId="{CD8B4F24-440B-49E9-B85D-733523DC064B}"/>
          </ac:spMkLst>
        </pc:spChg>
      </pc:sldChg>
      <pc:sldChg chg="addSp delSp modSp add mod setBg delDesignElem">
        <pc:chgData name="Danesh Tarapore" userId="37b2bd15-1127-4d3c-bc49-81d90bedff24" providerId="ADAL" clId="{D9C4EED5-7AFA-4310-9138-D805A318B801}" dt="2025-09-30T10:23:00.572" v="846" actId="1076"/>
        <pc:sldMkLst>
          <pc:docMk/>
          <pc:sldMk cId="3500256245" sldId="467"/>
        </pc:sldMkLst>
        <pc:spChg chg="add mod">
          <ac:chgData name="Danesh Tarapore" userId="37b2bd15-1127-4d3c-bc49-81d90bedff24" providerId="ADAL" clId="{D9C4EED5-7AFA-4310-9138-D805A318B801}" dt="2025-09-30T09:40:27.807" v="231" actId="1076"/>
          <ac:spMkLst>
            <pc:docMk/>
            <pc:sldMk cId="3500256245" sldId="467"/>
            <ac:spMk id="5" creationId="{70691600-0583-A76B-66E1-874D396F7895}"/>
          </ac:spMkLst>
        </pc:spChg>
        <pc:spChg chg="del">
          <ac:chgData name="Danesh Tarapore" userId="37b2bd15-1127-4d3c-bc49-81d90bedff24" providerId="ADAL" clId="{D9C4EED5-7AFA-4310-9138-D805A318B801}" dt="2025-09-30T09:38:48.223" v="219"/>
          <ac:spMkLst>
            <pc:docMk/>
            <pc:sldMk cId="3500256245" sldId="467"/>
            <ac:spMk id="1042" creationId="{21540236-BFD5-4A9D-8840-4703E7F76825}"/>
          </ac:spMkLst>
        </pc:spChg>
        <pc:picChg chg="mod">
          <ac:chgData name="Danesh Tarapore" userId="37b2bd15-1127-4d3c-bc49-81d90bedff24" providerId="ADAL" clId="{D9C4EED5-7AFA-4310-9138-D805A318B801}" dt="2025-09-30T10:23:00.572" v="846" actId="1076"/>
          <ac:picMkLst>
            <pc:docMk/>
            <pc:sldMk cId="3500256245" sldId="467"/>
            <ac:picMk id="1030" creationId="{293DCC5A-806D-A688-8F3D-25406311FF3E}"/>
          </ac:picMkLst>
        </pc:picChg>
      </pc:sldChg>
      <pc:sldChg chg="addSp delSp modSp new mod setBg">
        <pc:chgData name="Danesh Tarapore" userId="37b2bd15-1127-4d3c-bc49-81d90bedff24" providerId="ADAL" clId="{D9C4EED5-7AFA-4310-9138-D805A318B801}" dt="2025-09-30T10:10:50.678" v="712" actId="27636"/>
        <pc:sldMkLst>
          <pc:docMk/>
          <pc:sldMk cId="1600000236" sldId="468"/>
        </pc:sldMkLst>
        <pc:spChg chg="mod">
          <ac:chgData name="Danesh Tarapore" userId="37b2bd15-1127-4d3c-bc49-81d90bedff24" providerId="ADAL" clId="{D9C4EED5-7AFA-4310-9138-D805A318B801}" dt="2025-09-30T10:08:21.545" v="584" actId="20577"/>
          <ac:spMkLst>
            <pc:docMk/>
            <pc:sldMk cId="1600000236" sldId="468"/>
            <ac:spMk id="2" creationId="{A4736DB1-6A56-EFF4-D5E9-CD8654F337F3}"/>
          </ac:spMkLst>
        </pc:spChg>
        <pc:spChg chg="mod">
          <ac:chgData name="Danesh Tarapore" userId="37b2bd15-1127-4d3c-bc49-81d90bedff24" providerId="ADAL" clId="{D9C4EED5-7AFA-4310-9138-D805A318B801}" dt="2025-09-30T10:10:50.678" v="712" actId="27636"/>
          <ac:spMkLst>
            <pc:docMk/>
            <pc:sldMk cId="1600000236" sldId="468"/>
            <ac:spMk id="3" creationId="{01AF2324-C9E8-6B7F-DA99-B091CFEE4C7C}"/>
          </ac:spMkLst>
        </pc:spChg>
        <pc:spChg chg="add del">
          <ac:chgData name="Danesh Tarapore" userId="37b2bd15-1127-4d3c-bc49-81d90bedff24" providerId="ADAL" clId="{D9C4EED5-7AFA-4310-9138-D805A318B801}" dt="2025-09-30T10:08:13.243" v="578" actId="26606"/>
          <ac:spMkLst>
            <pc:docMk/>
            <pc:sldMk cId="1600000236" sldId="468"/>
            <ac:spMk id="9" creationId="{F13C74B1-5B17-4795-BED0-7140497B445A}"/>
          </ac:spMkLst>
        </pc:spChg>
        <pc:spChg chg="add del">
          <ac:chgData name="Danesh Tarapore" userId="37b2bd15-1127-4d3c-bc49-81d90bedff24" providerId="ADAL" clId="{D9C4EED5-7AFA-4310-9138-D805A318B801}" dt="2025-09-30T10:08:13.243" v="578" actId="26606"/>
          <ac:spMkLst>
            <pc:docMk/>
            <pc:sldMk cId="1600000236" sldId="468"/>
            <ac:spMk id="11" creationId="{D4974D33-8DC5-464E-8C6D-BE58F0669C17}"/>
          </ac:spMkLst>
        </pc:spChg>
        <pc:picChg chg="add del mod">
          <ac:chgData name="Danesh Tarapore" userId="37b2bd15-1127-4d3c-bc49-81d90bedff24" providerId="ADAL" clId="{D9C4EED5-7AFA-4310-9138-D805A318B801}" dt="2025-09-30T10:08:45.426" v="590" actId="478"/>
          <ac:picMkLst>
            <pc:docMk/>
            <pc:sldMk cId="1600000236" sldId="468"/>
            <ac:picMk id="4" creationId="{E1731CA2-4E59-071F-9675-6B7EB549CC08}"/>
          </ac:picMkLst>
        </pc:picChg>
      </pc:sldChg>
      <pc:sldChg chg="addSp delSp modSp new mod ord setBg">
        <pc:chgData name="Danesh Tarapore" userId="37b2bd15-1127-4d3c-bc49-81d90bedff24" providerId="ADAL" clId="{D9C4EED5-7AFA-4310-9138-D805A318B801}" dt="2025-09-30T10:13:39.344" v="734" actId="1076"/>
        <pc:sldMkLst>
          <pc:docMk/>
          <pc:sldMk cId="1414148152" sldId="469"/>
        </pc:sldMkLst>
        <pc:spChg chg="del">
          <ac:chgData name="Danesh Tarapore" userId="37b2bd15-1127-4d3c-bc49-81d90bedff24" providerId="ADAL" clId="{D9C4EED5-7AFA-4310-9138-D805A318B801}" dt="2025-09-30T10:12:52.406" v="716" actId="478"/>
          <ac:spMkLst>
            <pc:docMk/>
            <pc:sldMk cId="1414148152" sldId="469"/>
            <ac:spMk id="2" creationId="{188F3F05-68A8-09AA-4052-E50D46F5A79E}"/>
          </ac:spMkLst>
        </pc:spChg>
        <pc:spChg chg="del mod">
          <ac:chgData name="Danesh Tarapore" userId="37b2bd15-1127-4d3c-bc49-81d90bedff24" providerId="ADAL" clId="{D9C4EED5-7AFA-4310-9138-D805A318B801}" dt="2025-09-30T10:13:10.383" v="721" actId="26606"/>
          <ac:spMkLst>
            <pc:docMk/>
            <pc:sldMk cId="1414148152" sldId="469"/>
            <ac:spMk id="3" creationId="{6B4F15D9-FDBA-BC1A-FA6E-024A92542B51}"/>
          </ac:spMkLst>
        </pc:spChg>
        <pc:spChg chg="add">
          <ac:chgData name="Danesh Tarapore" userId="37b2bd15-1127-4d3c-bc49-81d90bedff24" providerId="ADAL" clId="{D9C4EED5-7AFA-4310-9138-D805A318B801}" dt="2025-09-30T10:12:57.684" v="718"/>
          <ac:spMkLst>
            <pc:docMk/>
            <pc:sldMk cId="1414148152" sldId="469"/>
            <ac:spMk id="4" creationId="{4C6EEF30-368E-0950-2952-D3C89BBBCE7F}"/>
          </ac:spMkLst>
        </pc:spChg>
        <pc:spChg chg="add mod">
          <ac:chgData name="Danesh Tarapore" userId="37b2bd15-1127-4d3c-bc49-81d90bedff24" providerId="ADAL" clId="{D9C4EED5-7AFA-4310-9138-D805A318B801}" dt="2025-09-30T10:13:39.344" v="734" actId="1076"/>
          <ac:spMkLst>
            <pc:docMk/>
            <pc:sldMk cId="1414148152" sldId="469"/>
            <ac:spMk id="6" creationId="{E324BC1B-DDB7-BAC4-9779-26FEB0D4B7FE}"/>
          </ac:spMkLst>
        </pc:spChg>
        <pc:picChg chg="add mod">
          <ac:chgData name="Danesh Tarapore" userId="37b2bd15-1127-4d3c-bc49-81d90bedff24" providerId="ADAL" clId="{D9C4EED5-7AFA-4310-9138-D805A318B801}" dt="2025-09-30T10:13:10.383" v="721" actId="26606"/>
          <ac:picMkLst>
            <pc:docMk/>
            <pc:sldMk cId="1414148152" sldId="469"/>
            <ac:picMk id="5" creationId="{B9B8BE04-CA1E-6F5A-6913-92F9A034CF32}"/>
          </ac:picMkLst>
        </pc:picChg>
      </pc:sldChg>
      <pc:sldChg chg="add del">
        <pc:chgData name="Danesh Tarapore" userId="37b2bd15-1127-4d3c-bc49-81d90bedff24" providerId="ADAL" clId="{D9C4EED5-7AFA-4310-9138-D805A318B801}" dt="2025-09-30T10:09:28.545" v="688" actId="47"/>
        <pc:sldMkLst>
          <pc:docMk/>
          <pc:sldMk cId="3897822317" sldId="4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B28B-FBE8-D114-9C13-AB4076A21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B9C3E-C1B1-E209-3228-9B7C3CAC1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A9072-266E-720B-6175-0D6AF591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6FEBA-0F89-FF17-496F-CFE95831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7F6F-8C08-E547-C951-37F5DE7F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401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973A-5525-97E2-6678-43F5B46E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8E68-2572-DD9D-7D2D-3652DCED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94E66-6439-ED46-5207-BB6A57A2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1ECA3-02D4-231A-D35F-AC4798F1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601E2-0D90-5A31-B042-A9157976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995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09580-AAC1-CF51-5DB4-BEC0279F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A9A73-8352-4078-6697-38030D262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70FD-9450-0193-8335-4A93180E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00EB-B36A-F4C5-36F9-45C9DFC4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7FBE-86E5-9B9D-8C40-34676557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141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61B6-491D-4942-C3D8-13EBD785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4C76-3882-7B4F-069C-94891B286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AA9D3-E1FF-2700-FB25-E9C375E60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3EDAE-6769-C2F3-1F22-4448F70F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BD028-D7E3-DD6F-7ADF-8DE28001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44BAB-12B3-0FB1-A033-648D8129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41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F0A7-3FD3-A145-BD7F-65F44EBE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182B-57A9-28B3-6262-1E9FC623B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956AC-6B71-D1EC-6492-AB9B9291F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94748-CE78-FBDA-D4B5-6D58F81F2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0EFB4-7A1C-B0CA-9D76-F178C9521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8E525-607C-C0B5-6E54-7D57710EE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A0D62-EED0-A7D0-3660-3873C89E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2DFDA-F0ED-5FF2-9BCE-A2A7E849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94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8768-87F4-42E0-3BF4-BC3F0F68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8E85A-F351-2120-5976-27CCA32A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AFAFF-FDFA-5D0E-D7D6-E8FA7A1F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24EF4-DCCF-8811-5863-811CE47A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533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509C7-375B-5440-4226-698D8B94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D2450-076A-8C6D-2F13-4452F7DE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40D67-F481-36DF-B469-3386489E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06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E8FE-64FE-6484-A551-BA817F4C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8DBA-BB3E-13C0-1117-313F5B462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BF026-5952-9E07-C924-5AA0C164E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4EE7E-2A9A-DD4A-DE57-91A0EBB5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CFE4C-C0A2-CBF6-9EB4-E02548FF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F8FAB-7BD1-D33F-032C-F7DED8E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219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FBBE-9899-0FCD-4FD9-74F1A331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3A4EE-3379-22FB-4A43-3190DE4F5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69A36-F8A9-FFA0-5232-48D11F4A2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465EE-2BF6-5D8B-D512-7FE64241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E96FC-6813-4533-A91A-8677474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693CE-4480-BA4C-98B1-93AD0FA7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84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9AC4-9243-133E-5018-38F65C54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428F2-9BD9-0DA1-55C6-0622FE123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93ACA-5F10-98B2-1D99-588356D3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C9EE7-FCA4-429C-0713-E69AA97B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46A92-1C01-376B-7CBC-16592411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489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F01A0-23FD-7680-2A54-FEB6FB619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9A469-DA2D-9C0B-C901-36779433A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26490-6ED7-850B-DDD4-30552B96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D905-E557-ABD1-150E-C73244D5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6D1A4-3F56-F946-4019-5030AFEF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4146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D523-44A2-5DC9-39DA-1BC7A3E4A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4557F-8D99-86E6-14C8-95F62D832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7F69E-55CF-E9E8-584F-823ADF86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17EC-F293-6CCA-F257-78F96D24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51112-B2EB-947B-6B5A-0E0C66E8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734960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6E3-E448-09F5-E10C-530979B2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614E-8E71-24B8-CB95-725F50D6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1EF76-1F5D-C12A-6157-2418750E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A02A2-6637-5AC8-B263-627A8AB5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05EA-7ACD-7EC0-449A-B3530C55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34164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A304-4459-ABB8-32D9-AFD20D19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83968-B19D-F945-F33D-B322BE793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37F84-993A-8C68-727C-551D9F55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8A7E-D8B9-BDA1-DD32-8E4F6FE2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09C2-2F76-91FB-7E4E-96F9704D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609018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7A87-CD31-32CE-1767-10173FD8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0DE4-CA22-AD10-2794-D3267812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630E5-DCC1-9FE9-E6F4-4F26B462D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19402-47F9-3311-F018-C082628B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7CC84-1DB9-8ED6-FADD-48F73AFE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01254-C6AE-2643-3CCF-AD94BEEC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491972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516C-F201-FDE0-D9DE-1F6A0D33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53F3B-C844-A666-93E4-E026702B5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8B79C-9416-B9A1-69B3-FA89F8138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3DEBE-C274-EA20-FC74-D9456713F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AD1C5-602B-4FD0-E1BA-58AB95CE4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6AA44-C6BD-4C81-4217-5BA64C8F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33556-52AC-9D62-9B74-47FD31AB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ABA62-083F-E924-BD65-8D423BA8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94385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D0D8-81B0-B8DC-1DED-62FD2272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21152-28F4-A4C2-1201-839A7EA4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6BEBB-C2D6-2EDC-2102-53950A7F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3023B-9E38-525A-F492-9B493370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972647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E27C0-A0E1-21FE-1FBE-54CB8185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80C3C-A1FB-85BB-2F68-12681C620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91C7-1957-2287-89E9-2BD55C47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55742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5F55-CA71-82E8-ABD5-0C76F9E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3391-AD10-562E-7034-0FEC00B6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96D39-5120-8D9B-7E16-E137EFB9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09D93-D481-5196-0920-A034C936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A6B36-EEBB-5F5A-B5F9-4F726B42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B3549-DC54-7124-A867-55BFD9C4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66528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E282-DCFF-DB12-5E0A-0AF0CBDE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04D76-501C-1FDC-010E-DB7F5D54B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C1250-51E1-B17D-C2A1-55177DA12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75786-C899-BF6F-5FBE-404C6F19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6D914-F01C-E45B-A852-22095C8B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08506-B264-7700-53F2-06B9A03D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635458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8FD1-8DF0-9817-9CE3-FC005072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12E21-38F3-66A7-65FB-B3C8F405C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4A50D-B90B-E901-AF50-A0CB76EF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53F32-9814-8293-613D-8123DE8D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9A92C-BEC6-DEA8-8DAD-86BD5076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22491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EF59B-816F-4EAA-E584-0D6504B21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FF911-952B-2345-6CA8-C6EBB93B8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241B0-DA9C-D8AD-A42C-9139DAD5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7795E-6768-E79C-9351-AD0938BF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1BF01-832C-7F59-E6DE-7BC839A1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7702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1960F-7F7F-7C46-8910-97CDDCA19429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21AA-A524-724A-B130-4429BAC2D3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18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646E17-03A4-9200-C065-EB770CF4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5D14F-FC52-2F27-BFCB-D1C4C2068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4AA7-485F-D70D-714F-6B9351F45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15884-D0DB-844E-A6DD-F0AAC6AF626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11439-A670-20E3-3B42-485F34DF2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13347-98BE-02D2-5CE6-F3EC4BD4F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BA0D4-75F8-4240-986D-3009BC559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4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B076F-FAEE-8C12-BB9B-1FCC54B7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CE9E4-02DC-5B67-DF1D-C8F4BE5D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AAAD-B771-69C4-7CB2-03F86462A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B378C-1769-BE47-B4D5-65BFB75B7F67}" type="datetimeFigureOut">
              <a:rPr lang="en-GR" smtClean="0"/>
              <a:t>09/30/2025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EA204-D966-0421-B3B9-68C124509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23DFA-D528-D481-5CB1-D7A8458A7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21BD6-16DD-9D4C-ABF0-1BE343220B1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167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t.blount@soton.ac.uk" TargetMode="External"/><Relationship Id="rId2" Type="http://schemas.openxmlformats.org/officeDocument/2006/relationships/hyperlink" Target="mailto:D.S.Tarapore@soton.ac.u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OMP1314-instructors@all.soton.ac.uk" TargetMode="External"/><Relationship Id="rId5" Type="http://schemas.openxmlformats.org/officeDocument/2006/relationships/hyperlink" Target="mailto:e.baikas@soton.ac.uk" TargetMode="External"/><Relationship Id="rId4" Type="http://schemas.openxmlformats.org/officeDocument/2006/relationships/hyperlink" Target="mailto:aaq1d22@ecs.soton.ac.u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moodle.ecs.soton.ac.uk/course/view.php?id=9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oodle.ecs.soton.ac.uk/course/view.php?id=48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oodle.ecs.soton.ac.uk/course/view.php?id=9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moodle.ecs.soton.ac.uk/course/view.php?id=48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B8BE04-CA1E-6F5A-6913-92F9A034C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24BC1B-DDB7-BAC4-9779-26FEB0D4B7FE}"/>
              </a:ext>
            </a:extLst>
          </p:cNvPr>
          <p:cNvSpPr txBox="1"/>
          <p:nvPr/>
        </p:nvSpPr>
        <p:spPr>
          <a:xfrm>
            <a:off x="3777550" y="5734149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036221</a:t>
            </a:r>
          </a:p>
        </p:txBody>
      </p:sp>
    </p:spTree>
    <p:extLst>
      <p:ext uri="{BB962C8B-B14F-4D97-AF65-F5344CB8AC3E}">
        <p14:creationId xmlns:p14="http://schemas.microsoft.com/office/powerpoint/2010/main" val="141414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COMP1314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50270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37311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Danesh Tarapore (Unix &amp; Scripting)</a:t>
            </a:r>
          </a:p>
          <a:p>
            <a:pPr lvl="1"/>
            <a:r>
              <a:rPr lang="en-GB" dirty="0">
                <a:hlinkClick r:id="rId2"/>
              </a:rPr>
              <a:t>d.s.tarapore@soton.ac.uk</a:t>
            </a:r>
            <a:endParaRPr lang="en-GB" dirty="0"/>
          </a:p>
          <a:p>
            <a:r>
              <a:rPr lang="en-GB" dirty="0"/>
              <a:t>Tom Blount (Structured Data, Databases)</a:t>
            </a:r>
          </a:p>
          <a:p>
            <a:pPr lvl="1"/>
            <a:r>
              <a:rPr lang="en-GB" dirty="0">
                <a:hlinkClick r:id="rId3"/>
              </a:rPr>
              <a:t>t.blount@soton.ac.uk</a:t>
            </a:r>
            <a:endParaRPr lang="en-GB" dirty="0"/>
          </a:p>
          <a:p>
            <a:r>
              <a:rPr lang="en-GB" dirty="0"/>
              <a:t>Rahman Attar (Relational Algebra, Databases in Practice)</a:t>
            </a:r>
          </a:p>
          <a:p>
            <a:pPr lvl="1"/>
            <a:r>
              <a:rPr lang="en-GB" dirty="0">
                <a:hlinkClick r:id="rId4"/>
              </a:rPr>
              <a:t>aaq1d22@ecs.soton.ac.uk</a:t>
            </a:r>
            <a:endParaRPr lang="en-GB" dirty="0"/>
          </a:p>
          <a:p>
            <a:r>
              <a:rPr lang="en-GB" dirty="0"/>
              <a:t>Angelos Nikolopoulos (Senior lab demonstrator)</a:t>
            </a:r>
          </a:p>
          <a:p>
            <a:pPr lvl="1"/>
            <a:r>
              <a:rPr lang="en-GB" dirty="0">
                <a:hlinkClick r:id="rId5"/>
              </a:rPr>
              <a:t>arn1r23@soton.ac.uk</a:t>
            </a:r>
            <a:endParaRPr lang="en-GB" dirty="0"/>
          </a:p>
          <a:p>
            <a:r>
              <a:rPr lang="en-GB" dirty="0"/>
              <a:t>Email the team</a:t>
            </a:r>
          </a:p>
          <a:p>
            <a:pPr lvl="1"/>
            <a:r>
              <a:rPr lang="en-GB" dirty="0">
                <a:hlinkClick r:id="rId6"/>
              </a:rPr>
              <a:t>COMP1314-instructors@all.soton.ac.uk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30295"/>
          </a:xfrm>
        </p:spPr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https://moodle.ecs.soton.ac.uk/course/view.php?id=91</a:t>
            </a:r>
            <a:endParaRPr lang="en-GB" dirty="0"/>
          </a:p>
          <a:p>
            <a:endParaRPr lang="en-GB" dirty="0"/>
          </a:p>
          <a:p>
            <a:r>
              <a:rPr lang="en-GB" dirty="0"/>
              <a:t>The syllabus is </a:t>
            </a:r>
            <a:br>
              <a:rPr lang="en-GB" dirty="0"/>
            </a:br>
            <a:r>
              <a:rPr lang="en-GB" dirty="0"/>
              <a:t>what you are </a:t>
            </a:r>
            <a:br>
              <a:rPr lang="en-GB" dirty="0"/>
            </a:br>
            <a:r>
              <a:rPr lang="en-GB" dirty="0"/>
              <a:t>examined on!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682" y="2493273"/>
            <a:ext cx="4784090" cy="414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0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539623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Data-based operating systems</a:t>
            </a:r>
          </a:p>
          <a:p>
            <a:r>
              <a:rPr lang="en-GB" dirty="0"/>
              <a:t>Unix and Unix-like</a:t>
            </a:r>
          </a:p>
          <a:p>
            <a:pPr lvl="1"/>
            <a:r>
              <a:rPr lang="en-GB" dirty="0"/>
              <a:t>Unix fundamentals</a:t>
            </a:r>
          </a:p>
          <a:p>
            <a:pPr lvl="1"/>
            <a:r>
              <a:rPr lang="en-GB" dirty="0"/>
              <a:t>Scripting for data processing </a:t>
            </a:r>
          </a:p>
          <a:p>
            <a:r>
              <a:rPr lang="en-GB" dirty="0"/>
              <a:t>Structured data representation</a:t>
            </a:r>
          </a:p>
          <a:p>
            <a:r>
              <a:rPr lang="en-GB" dirty="0"/>
              <a:t>Databases</a:t>
            </a:r>
          </a:p>
          <a:p>
            <a:pPr lvl="1"/>
            <a:r>
              <a:rPr lang="en-GB" dirty="0"/>
              <a:t>How they work</a:t>
            </a:r>
          </a:p>
          <a:p>
            <a:pPr lvl="1"/>
            <a:r>
              <a:rPr lang="en-GB" dirty="0"/>
              <a:t>What they can do</a:t>
            </a:r>
          </a:p>
          <a:p>
            <a:pPr lvl="1"/>
            <a:r>
              <a:rPr lang="en-GB" dirty="0"/>
              <a:t>SQL and NoSQL</a:t>
            </a:r>
          </a:p>
          <a:p>
            <a:r>
              <a:rPr lang="en-GB" dirty="0"/>
              <a:t>Putting it all together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67917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038" y="1690689"/>
            <a:ext cx="8639447" cy="2451099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https://moodle.ecs.soton.ac.uk/course/view.php?id=481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Always check the Timetable to know what’s happening</a:t>
            </a:r>
          </a:p>
          <a:p>
            <a:endParaRPr lang="en-GB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49449" y="3640820"/>
            <a:ext cx="1567224" cy="804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Timetable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2F2D6E-7AA8-5FB2-DF6A-49E5233F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49" y="4141788"/>
            <a:ext cx="8528239" cy="1425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A7F17-709D-06A1-5086-4FEB9D7FFC09}"/>
              </a:ext>
            </a:extLst>
          </p:cNvPr>
          <p:cNvSpPr txBox="1"/>
          <p:nvPr/>
        </p:nvSpPr>
        <p:spPr>
          <a:xfrm>
            <a:off x="995680" y="5008880"/>
            <a:ext cx="82099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42D73-FFBF-7B6D-6AB8-17ED3B9A653A}"/>
              </a:ext>
            </a:extLst>
          </p:cNvPr>
          <p:cNvSpPr txBox="1"/>
          <p:nvPr/>
        </p:nvSpPr>
        <p:spPr>
          <a:xfrm>
            <a:off x="3108960" y="4797979"/>
            <a:ext cx="82099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79BE9-8EC6-1B96-CCFA-82D46D139C22}"/>
              </a:ext>
            </a:extLst>
          </p:cNvPr>
          <p:cNvSpPr txBox="1"/>
          <p:nvPr/>
        </p:nvSpPr>
        <p:spPr>
          <a:xfrm>
            <a:off x="5161004" y="4765713"/>
            <a:ext cx="82099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660CE9-2570-4804-0DA0-E7AA12C1500A}"/>
              </a:ext>
            </a:extLst>
          </p:cNvPr>
          <p:cNvCxnSpPr>
            <a:stCxn id="8" idx="2"/>
          </p:cNvCxnSpPr>
          <p:nvPr/>
        </p:nvCxnSpPr>
        <p:spPr>
          <a:xfrm flipH="1">
            <a:off x="1406176" y="5378212"/>
            <a:ext cx="1" cy="62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D644A1-C0BF-58B2-A98B-ADA284FFA0DA}"/>
              </a:ext>
            </a:extLst>
          </p:cNvPr>
          <p:cNvCxnSpPr/>
          <p:nvPr/>
        </p:nvCxnSpPr>
        <p:spPr>
          <a:xfrm flipH="1">
            <a:off x="3519456" y="5217438"/>
            <a:ext cx="1" cy="62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5CABBE-E7BD-FD1D-4045-820FD203CA20}"/>
              </a:ext>
            </a:extLst>
          </p:cNvPr>
          <p:cNvCxnSpPr/>
          <p:nvPr/>
        </p:nvCxnSpPr>
        <p:spPr>
          <a:xfrm flipH="1">
            <a:off x="5571499" y="5152906"/>
            <a:ext cx="1" cy="62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DC544D-B303-034D-5AB5-14C279884EAD}"/>
              </a:ext>
            </a:extLst>
          </p:cNvPr>
          <p:cNvSpPr txBox="1"/>
          <p:nvPr/>
        </p:nvSpPr>
        <p:spPr>
          <a:xfrm>
            <a:off x="1138315" y="593701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4A84A-BFAB-5F7D-9B20-9A0BBD1EDC31}"/>
              </a:ext>
            </a:extLst>
          </p:cNvPr>
          <p:cNvSpPr txBox="1"/>
          <p:nvPr/>
        </p:nvSpPr>
        <p:spPr>
          <a:xfrm>
            <a:off x="3251594" y="593701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FCC275-D03D-F7F5-6B19-23B64EF63507}"/>
              </a:ext>
            </a:extLst>
          </p:cNvPr>
          <p:cNvSpPr txBox="1"/>
          <p:nvPr/>
        </p:nvSpPr>
        <p:spPr>
          <a:xfrm>
            <a:off x="5354322" y="593701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354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C3654-7883-8BAE-6EFB-059F066836D4}"/>
              </a:ext>
            </a:extLst>
          </p:cNvPr>
          <p:cNvSpPr txBox="1"/>
          <p:nvPr/>
        </p:nvSpPr>
        <p:spPr>
          <a:xfrm>
            <a:off x="92835" y="594703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Capacity:</a:t>
            </a:r>
          </a:p>
        </p:txBody>
      </p:sp>
    </p:spTree>
    <p:extLst>
      <p:ext uri="{BB962C8B-B14F-4D97-AF65-F5344CB8AC3E}">
        <p14:creationId xmlns:p14="http://schemas.microsoft.com/office/powerpoint/2010/main" val="31041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/>
      <p:bldP spid="16" grpId="0"/>
      <p:bldP spid="17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6DB1-6A56-EFF4-D5E9-CD8654F3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Livestreaming and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2324-C9E8-6B7F-DA99-B091CFEE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997190" cy="41005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If the lecture theatre is full, you can head to the overflow room or a quiet spot (Library, B60 Labs, B100 etc.) to watch the stream.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Link to the livestream will be available on the Moodle schedule.</a:t>
            </a:r>
          </a:p>
          <a:p>
            <a:endParaRPr lang="en-GB" dirty="0"/>
          </a:p>
          <a:p>
            <a:r>
              <a:rPr lang="en-GB" dirty="0"/>
              <a:t>If you have any questions while watching the livestream, </a:t>
            </a:r>
          </a:p>
          <a:p>
            <a:pPr lvl="1"/>
            <a:r>
              <a:rPr lang="en-GB" dirty="0"/>
              <a:t>Login to MS Teams using your university account</a:t>
            </a:r>
          </a:p>
          <a:p>
            <a:pPr lvl="1"/>
            <a:r>
              <a:rPr lang="en-GB" dirty="0"/>
              <a:t>Find your class </a:t>
            </a:r>
            <a:r>
              <a:rPr lang="en-GB" b="1" dirty="0"/>
              <a:t>COMP1314-45772-25-26</a:t>
            </a:r>
            <a:endParaRPr lang="en-GB" dirty="0"/>
          </a:p>
          <a:p>
            <a:pPr lvl="1"/>
            <a:r>
              <a:rPr lang="en-GB" dirty="0"/>
              <a:t>Post questions on “Q and A Board” channel</a:t>
            </a:r>
          </a:p>
          <a:p>
            <a:pPr lvl="1"/>
            <a:r>
              <a:rPr lang="en-GB" dirty="0"/>
              <a:t>Angelos will be monitoring the channel and communicate your questions to the lecturer.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000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Please bookmark us on Moodle: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https://moodle.ecs.soton.ac.uk/course/view.php?id=481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module’s Moodle page is where you’ll find</a:t>
            </a:r>
          </a:p>
          <a:p>
            <a:pPr lvl="1"/>
            <a:r>
              <a:rPr lang="en-GB" dirty="0"/>
              <a:t>Lecture notes</a:t>
            </a:r>
          </a:p>
          <a:p>
            <a:pPr lvl="1"/>
            <a:r>
              <a:rPr lang="en-GB" dirty="0"/>
              <a:t>Pre-recorded tutorials</a:t>
            </a:r>
          </a:p>
          <a:p>
            <a:pPr lvl="1"/>
            <a:r>
              <a:rPr lang="en-GB" dirty="0"/>
              <a:t>Recordings of lectures</a:t>
            </a:r>
          </a:p>
          <a:p>
            <a:pPr lvl="1"/>
            <a:r>
              <a:rPr lang="en-GB" dirty="0"/>
              <a:t>Links to Lab scrips</a:t>
            </a:r>
          </a:p>
          <a:p>
            <a:pPr lvl="1"/>
            <a:r>
              <a:rPr lang="en-GB" dirty="0"/>
              <a:t>and more ….</a:t>
            </a:r>
          </a:p>
        </p:txBody>
      </p:sp>
    </p:spTree>
    <p:extLst>
      <p:ext uri="{BB962C8B-B14F-4D97-AF65-F5344CB8AC3E}">
        <p14:creationId xmlns:p14="http://schemas.microsoft.com/office/powerpoint/2010/main" val="357724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8167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Lectures</a:t>
            </a:r>
          </a:p>
          <a:p>
            <a:pPr lvl="1"/>
            <a:r>
              <a:rPr lang="en-GB" dirty="0"/>
              <a:t>To help guide you and start your journey</a:t>
            </a:r>
          </a:p>
          <a:p>
            <a:pPr lvl="1"/>
            <a:endParaRPr lang="en-GB" dirty="0"/>
          </a:p>
          <a:p>
            <a:r>
              <a:rPr lang="en-GB" dirty="0"/>
              <a:t>Labs (30% from </a:t>
            </a:r>
            <a:r>
              <a:rPr lang="en-GB" i="1" dirty="0"/>
              <a:t>COMP1300 – the Lab module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Four assessed labs – D1, D2, D3 and D4 (20%). First lab, D0, is unassessed.</a:t>
            </a:r>
          </a:p>
          <a:p>
            <a:pPr lvl="1"/>
            <a:r>
              <a:rPr lang="en-GB" dirty="0"/>
              <a:t>Other assessments from COMP1300 (10%) </a:t>
            </a:r>
          </a:p>
          <a:p>
            <a:pPr lvl="1"/>
            <a:endParaRPr lang="en-GB" dirty="0"/>
          </a:p>
          <a:p>
            <a:r>
              <a:rPr lang="en-GB" dirty="0"/>
              <a:t>Coursework (30%)</a:t>
            </a:r>
          </a:p>
          <a:p>
            <a:pPr lvl="1"/>
            <a:r>
              <a:rPr lang="en-GB" dirty="0"/>
              <a:t>Putting theory into practice</a:t>
            </a:r>
          </a:p>
          <a:p>
            <a:pPr lvl="1"/>
            <a:r>
              <a:rPr lang="en-GB" dirty="0"/>
              <a:t>Unix + Databases</a:t>
            </a:r>
          </a:p>
          <a:p>
            <a:pPr lvl="1"/>
            <a:endParaRPr lang="en-GB" dirty="0"/>
          </a:p>
          <a:p>
            <a:r>
              <a:rPr lang="en-GB" dirty="0"/>
              <a:t>Exam (40%)</a:t>
            </a:r>
          </a:p>
          <a:p>
            <a:pPr lvl="1"/>
            <a:r>
              <a:rPr lang="en-GB" dirty="0"/>
              <a:t>Making sure you understand the theory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19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5550" y="2879725"/>
            <a:ext cx="4648200" cy="688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+mj-lt"/>
              </a:rPr>
              <a:t>UNIX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86926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Data-based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Some operating systems better tailored to handling data</a:t>
            </a:r>
          </a:p>
          <a:p>
            <a:r>
              <a:rPr lang="en-GB" dirty="0"/>
              <a:t>UNIX and UNIX-like operating systems</a:t>
            </a:r>
          </a:p>
          <a:p>
            <a:pPr lvl="1"/>
            <a:r>
              <a:rPr lang="en-GB" dirty="0"/>
              <a:t>Base utilities</a:t>
            </a:r>
          </a:p>
          <a:p>
            <a:pPr lvl="2"/>
            <a:r>
              <a:rPr lang="en-GB" dirty="0"/>
              <a:t>For processing and manipulating files</a:t>
            </a:r>
          </a:p>
          <a:p>
            <a:pPr lvl="1"/>
            <a:r>
              <a:rPr lang="en-GB" dirty="0"/>
              <a:t>Pipelines</a:t>
            </a:r>
          </a:p>
          <a:p>
            <a:pPr lvl="2"/>
            <a:r>
              <a:rPr lang="en-GB" dirty="0"/>
              <a:t>From one application into the next</a:t>
            </a:r>
          </a:p>
          <a:p>
            <a:pPr lvl="1"/>
            <a:r>
              <a:rPr lang="en-GB" dirty="0"/>
              <a:t>Scripting</a:t>
            </a:r>
          </a:p>
          <a:p>
            <a:pPr lvl="2"/>
            <a:r>
              <a:rPr lang="en-GB" dirty="0"/>
              <a:t>Getting more complex</a:t>
            </a:r>
          </a:p>
          <a:p>
            <a:pPr lvl="1"/>
            <a:r>
              <a:rPr lang="en-GB" dirty="0"/>
              <a:t>Developer-oriented</a:t>
            </a:r>
          </a:p>
          <a:p>
            <a:pPr lvl="2"/>
            <a:r>
              <a:rPr lang="en-GB" dirty="0"/>
              <a:t>Open-source libraries and languages at your fingertips</a:t>
            </a:r>
          </a:p>
          <a:p>
            <a:pPr lvl="2"/>
            <a:r>
              <a:rPr lang="en-GB" dirty="0"/>
              <a:t>Python, R etc.</a:t>
            </a:r>
          </a:p>
        </p:txBody>
      </p:sp>
    </p:spTree>
    <p:extLst>
      <p:ext uri="{BB962C8B-B14F-4D97-AF65-F5344CB8AC3E}">
        <p14:creationId xmlns:p14="http://schemas.microsoft.com/office/powerpoint/2010/main" val="67216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024" y="1013452"/>
            <a:ext cx="7886700" cy="994172"/>
          </a:xfrm>
        </p:spPr>
        <p:txBody>
          <a:bodyPr/>
          <a:lstStyle/>
          <a:p>
            <a:r>
              <a:rPr lang="en-GB" dirty="0"/>
              <a:t>Getting to know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024" y="2007624"/>
            <a:ext cx="7886700" cy="369333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UNIX design philosophy.</a:t>
            </a:r>
          </a:p>
          <a:p>
            <a:pPr lvl="1"/>
            <a:endParaRPr lang="en-GB" dirty="0"/>
          </a:p>
          <a:p>
            <a:r>
              <a:rPr lang="en-GB" dirty="0"/>
              <a:t>Navigate your way around the UNIX file-system.</a:t>
            </a:r>
          </a:p>
          <a:p>
            <a:pPr lvl="1"/>
            <a:endParaRPr lang="en-GB" dirty="0"/>
          </a:p>
          <a:p>
            <a:r>
              <a:rPr lang="en-GB" dirty="0"/>
              <a:t>Manipulate UNIX files and data.</a:t>
            </a:r>
          </a:p>
          <a:p>
            <a:pPr lvl="1"/>
            <a:endParaRPr lang="en-GB" dirty="0"/>
          </a:p>
          <a:p>
            <a:r>
              <a:rPr lang="en-GB" dirty="0"/>
              <a:t>Launch and control jobs (programs) on a UNIX server.</a:t>
            </a:r>
          </a:p>
          <a:p>
            <a:pPr lvl="1"/>
            <a:endParaRPr lang="en-GB" dirty="0"/>
          </a:p>
          <a:p>
            <a:r>
              <a:rPr lang="en-GB" dirty="0"/>
              <a:t>Write UNIX scripts to automate various tasks: </a:t>
            </a:r>
          </a:p>
          <a:p>
            <a:pPr lvl="1"/>
            <a:r>
              <a:rPr lang="en-GB" dirty="0"/>
              <a:t>e.g. downloading data from websites and extracting useful information like stock index prices for analysis.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635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sessions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962" y="2422397"/>
            <a:ext cx="4722019" cy="29860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3462" y="2632163"/>
            <a:ext cx="2064328" cy="1524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Rectangle 5"/>
          <p:cNvSpPr/>
          <p:nvPr/>
        </p:nvSpPr>
        <p:spPr>
          <a:xfrm>
            <a:off x="2243962" y="5256085"/>
            <a:ext cx="622265" cy="1524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717790" y="2715291"/>
            <a:ext cx="394855" cy="69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757863" y="5332285"/>
            <a:ext cx="4872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12645" y="2569864"/>
            <a:ext cx="10688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/>
              <a:t>IPv6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82" y="5186858"/>
            <a:ext cx="10899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/>
              <a:t>shell-prompt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1266075" y="3654245"/>
            <a:ext cx="51007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350" dirty="0"/>
              <a:t>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3962" y="2422397"/>
            <a:ext cx="4722019" cy="298608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705998" y="3792745"/>
            <a:ext cx="4872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11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4488" y="2911405"/>
            <a:ext cx="5915025" cy="994172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“Classic” Databases with Tom</a:t>
            </a:r>
          </a:p>
        </p:txBody>
      </p:sp>
    </p:spTree>
    <p:extLst>
      <p:ext uri="{BB962C8B-B14F-4D97-AF65-F5344CB8AC3E}">
        <p14:creationId xmlns:p14="http://schemas.microsoft.com/office/powerpoint/2010/main" val="1224129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D99D-C518-B647-9C6E-417E334F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3E7F-E5E5-494D-9E9C-D1EDEDF9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17" y="2125266"/>
            <a:ext cx="4325382" cy="326350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I’m Tom!</a:t>
            </a:r>
          </a:p>
          <a:p>
            <a:r>
              <a:rPr lang="en-US" dirty="0"/>
              <a:t>I was an undergraduate here at Southampton</a:t>
            </a:r>
          </a:p>
          <a:p>
            <a:r>
              <a:rPr lang="en-US" dirty="0"/>
              <a:t>Now, I teach!</a:t>
            </a:r>
          </a:p>
          <a:p>
            <a:r>
              <a:rPr lang="en-US" dirty="0"/>
              <a:t>I like games, and creative computing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100" i="1" dirty="0"/>
              <a:t>Show, don’t tell. And better yet, </a:t>
            </a:r>
            <a:r>
              <a:rPr lang="en-US" sz="2100" b="1" i="1" dirty="0"/>
              <a:t>do</a:t>
            </a:r>
            <a:r>
              <a:rPr lang="en-US" sz="2100" i="1" dirty="0"/>
              <a:t> don’t show!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D89705-C82D-40C3-9AF1-D91DC8DED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864" y="1765421"/>
            <a:ext cx="2496220" cy="33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54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656C-5188-A143-9C70-236B85A3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COMP1314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F968B-F39D-F848-8066-473A5860A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Teaching approach</a:t>
            </a:r>
          </a:p>
          <a:p>
            <a:pPr lvl="1"/>
            <a:r>
              <a:rPr lang="en-US" dirty="0"/>
              <a:t>Learning by doing</a:t>
            </a:r>
          </a:p>
          <a:p>
            <a:pPr lvl="1"/>
            <a:r>
              <a:rPr lang="en-US" dirty="0"/>
              <a:t>We’ll be mixing practical and theory together</a:t>
            </a:r>
          </a:p>
          <a:p>
            <a:r>
              <a:rPr lang="en-US" dirty="0"/>
              <a:t>Mixed sessions</a:t>
            </a:r>
          </a:p>
          <a:p>
            <a:pPr lvl="1"/>
            <a:r>
              <a:rPr lang="en-US" dirty="0"/>
              <a:t>We’ll have a mixture of lecture and lab sessions</a:t>
            </a:r>
          </a:p>
          <a:p>
            <a:pPr lvl="1"/>
            <a:r>
              <a:rPr lang="en-US" dirty="0"/>
              <a:t>But even the lectures will have some interactive bits</a:t>
            </a:r>
          </a:p>
          <a:p>
            <a:r>
              <a:rPr lang="en-US" dirty="0"/>
              <a:t>Learn and practice</a:t>
            </a:r>
          </a:p>
          <a:p>
            <a:pPr lvl="1"/>
            <a:r>
              <a:rPr lang="en-US" dirty="0"/>
              <a:t>We’ll learn some things, try them out, put them into practice, get any help and answer any questions and then move on to the next 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5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9734-6E73-8746-9405-6087E12B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Part of the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DFB3-9DF6-704C-9D56-5C123D153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data</a:t>
            </a:r>
          </a:p>
          <a:p>
            <a:pPr lvl="1"/>
            <a:r>
              <a:rPr lang="en-US" dirty="0"/>
              <a:t>Why bother structuring data?</a:t>
            </a:r>
          </a:p>
          <a:p>
            <a:pPr lvl="1"/>
            <a:r>
              <a:rPr lang="en-US" dirty="0"/>
              <a:t>How to define, create, invent, validate</a:t>
            </a:r>
          </a:p>
          <a:p>
            <a:pPr lvl="1"/>
            <a:r>
              <a:rPr lang="en-US" dirty="0"/>
              <a:t>Common formats and languages</a:t>
            </a:r>
          </a:p>
          <a:p>
            <a:r>
              <a:rPr lang="en-US" dirty="0"/>
              <a:t>“Classic” Databases</a:t>
            </a:r>
          </a:p>
          <a:p>
            <a:pPr lvl="1"/>
            <a:r>
              <a:rPr lang="en-US" dirty="0"/>
              <a:t>Why and where they’re used</a:t>
            </a:r>
          </a:p>
          <a:p>
            <a:pPr lvl="1"/>
            <a:r>
              <a:rPr lang="en-US" dirty="0"/>
              <a:t>Some of the </a:t>
            </a:r>
            <a:r>
              <a:rPr lang="en-US" dirty="0" err="1"/>
              <a:t>maths</a:t>
            </a:r>
            <a:r>
              <a:rPr lang="en-US" dirty="0"/>
              <a:t> behind them</a:t>
            </a:r>
          </a:p>
          <a:p>
            <a:pPr lvl="1"/>
            <a:r>
              <a:rPr lang="en-US" dirty="0"/>
              <a:t>How to use and manipulate them</a:t>
            </a:r>
          </a:p>
          <a:p>
            <a:pPr lvl="1"/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220D327-B9C7-4695-B6F3-F0D6A0418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677" y="1145607"/>
            <a:ext cx="1499107" cy="137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8FCC1C8-CAF2-467A-ABEF-9D0C435F2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15" y="1981799"/>
            <a:ext cx="1172120" cy="107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4552F05-CA19-465E-9E44-17BCE9B33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410" y="2763358"/>
            <a:ext cx="1368065" cy="136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52A64CF7-1677-4C6D-8B9F-17A806AC2A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2884" y="3407901"/>
            <a:ext cx="1649449" cy="1649449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5C2219D-28D4-4EBF-B090-420506F57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519" y="4452754"/>
            <a:ext cx="2387255" cy="111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54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2738871"/>
            <a:ext cx="8658225" cy="1325563"/>
          </a:xfrm>
        </p:spPr>
        <p:txBody>
          <a:bodyPr>
            <a:normAutofit/>
          </a:bodyPr>
          <a:lstStyle/>
          <a:p>
            <a:r>
              <a:rPr lang="en-GB" sz="4000" dirty="0"/>
              <a:t>Relational Algebra &amp;</a:t>
            </a:r>
            <a:br>
              <a:rPr lang="en-GB" sz="4000" dirty="0"/>
            </a:br>
            <a:r>
              <a:rPr lang="en-GB" sz="4000" dirty="0"/>
              <a:t>Databases in Practice with Rahman Attar</a:t>
            </a:r>
          </a:p>
        </p:txBody>
      </p:sp>
    </p:spTree>
    <p:extLst>
      <p:ext uri="{BB962C8B-B14F-4D97-AF65-F5344CB8AC3E}">
        <p14:creationId xmlns:p14="http://schemas.microsoft.com/office/powerpoint/2010/main" val="3405845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EB31A9-5290-BC5A-3935-BE7B07EFA15A}"/>
              </a:ext>
            </a:extLst>
          </p:cNvPr>
          <p:cNvSpPr txBox="1"/>
          <p:nvPr/>
        </p:nvSpPr>
        <p:spPr>
          <a:xfrm>
            <a:off x="1138363" y="3625262"/>
            <a:ext cx="696105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 Rahman Attar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SMIEEE, MIET, FHEA, PhD, MPhil, BEng </a:t>
            </a:r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Lecturer @ School of Electronics and Computer Science, University of Southampton | r.attar@southampton.ac.uk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Honorary Research Fellow @ Department of Bioengineering, Imperial College London | r.attar@imperial.ac.uk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45513-AA91-136E-74AA-E936A4887694}"/>
              </a:ext>
            </a:extLst>
          </p:cNvPr>
          <p:cNvSpPr txBox="1"/>
          <p:nvPr/>
        </p:nvSpPr>
        <p:spPr>
          <a:xfrm>
            <a:off x="3263277" y="2899384"/>
            <a:ext cx="2397369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50" b="1" dirty="0">
                <a:solidFill>
                  <a:srgbClr val="495961"/>
                </a:solidFill>
                <a:latin typeface="Roboto" panose="020F0502020204030204" pitchFamily="34" charset="0"/>
              </a:rPr>
              <a:t>Computer Scientist in Artificial Medical Intelligence</a:t>
            </a:r>
            <a:endParaRPr lang="en-GB" sz="1350" b="1" dirty="0"/>
          </a:p>
        </p:txBody>
      </p:sp>
      <p:pic>
        <p:nvPicPr>
          <p:cNvPr id="1026" name="Picture 2" descr="Doctor Rahman Attar">
            <a:extLst>
              <a:ext uri="{FF2B5EF4-FFF2-40B4-BE49-F238E27FC236}">
                <a16:creationId xmlns:a16="http://schemas.microsoft.com/office/drawing/2014/main" id="{EC3C0790-ECE4-C280-4805-0EE7F20F2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726" y="1289745"/>
            <a:ext cx="1492472" cy="149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4AB3FC-F429-56EB-EB7B-06CDB53EF520}"/>
              </a:ext>
            </a:extLst>
          </p:cNvPr>
          <p:cNvSpPr txBox="1"/>
          <p:nvPr/>
        </p:nvSpPr>
        <p:spPr>
          <a:xfrm>
            <a:off x="3891429" y="5452839"/>
            <a:ext cx="14549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spc="7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attarlab.com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E39471-483C-F641-7F20-335395AA5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73" y="4721670"/>
            <a:ext cx="2926124" cy="64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994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5B5781-D525-3367-C27C-F8C788145E4B}"/>
              </a:ext>
            </a:extLst>
          </p:cNvPr>
          <p:cNvSpPr txBox="1"/>
          <p:nvPr/>
        </p:nvSpPr>
        <p:spPr>
          <a:xfrm>
            <a:off x="473202" y="1336890"/>
            <a:ext cx="2571750" cy="128930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2850" b="1" dirty="0">
                <a:latin typeface="+mj-lt"/>
                <a:ea typeface="+mj-ea"/>
                <a:cs typeface="+mj-cs"/>
              </a:rPr>
              <a:t>What topics will I be covering?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4D20E-0585-F42A-606A-6FD769F62FBD}"/>
              </a:ext>
            </a:extLst>
          </p:cNvPr>
          <p:cNvSpPr txBox="1"/>
          <p:nvPr/>
        </p:nvSpPr>
        <p:spPr>
          <a:xfrm>
            <a:off x="473201" y="2962657"/>
            <a:ext cx="4727449" cy="1973144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Overview of traditional relational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Limitations of relational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Introduction to NoSQL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Types of NoSQL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Basic operations and queries in NoSQL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Schema design in NoSQL databases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chemeClr val="bg2">
                    <a:lumMod val="25000"/>
                  </a:schemeClr>
                </a:solidFill>
              </a:rPr>
              <a:t>Challenges and considerations in choosing NoSQL databases</a:t>
            </a:r>
          </a:p>
        </p:txBody>
      </p:sp>
      <p:pic>
        <p:nvPicPr>
          <p:cNvPr id="1026" name="Picture 2" descr="Types of NoSQL Database">
            <a:extLst>
              <a:ext uri="{FF2B5EF4-FFF2-40B4-BE49-F238E27FC236}">
                <a16:creationId xmlns:a16="http://schemas.microsoft.com/office/drawing/2014/main" id="{25978884-8937-78AB-397A-088E7C9FE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9684" y="1689027"/>
            <a:ext cx="3911858" cy="32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046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5B5781-D525-3367-C27C-F8C788145E4B}"/>
              </a:ext>
            </a:extLst>
          </p:cNvPr>
          <p:cNvSpPr txBox="1"/>
          <p:nvPr/>
        </p:nvSpPr>
        <p:spPr>
          <a:xfrm>
            <a:off x="473202" y="1336890"/>
            <a:ext cx="3012948" cy="128930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/>
          <a:p>
            <a:pPr>
              <a:spcBef>
                <a:spcPct val="0"/>
              </a:spcBef>
              <a:spcAft>
                <a:spcPts val="450"/>
              </a:spcAft>
            </a:pPr>
            <a:r>
              <a:rPr lang="en-GB" sz="2850" b="1" dirty="0">
                <a:latin typeface="+mj-lt"/>
                <a:ea typeface="+mj-ea"/>
                <a:cs typeface="+mj-cs"/>
              </a:rPr>
              <a:t>Why are these topics important?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4D20E-0585-F42A-606A-6FD769F62FBD}"/>
              </a:ext>
            </a:extLst>
          </p:cNvPr>
          <p:cNvSpPr txBox="1"/>
          <p:nvPr/>
        </p:nvSpPr>
        <p:spPr>
          <a:xfrm>
            <a:off x="473201" y="2962657"/>
            <a:ext cx="4351892" cy="1973144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 lnSpcReduction="10000"/>
          </a:bodyPr>
          <a:lstStyle/>
          <a:p>
            <a:pPr indent="-171450" algn="just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350" b="1" dirty="0">
                <a:solidFill>
                  <a:schemeClr val="bg2">
                    <a:lumMod val="25000"/>
                  </a:schemeClr>
                </a:solidFill>
              </a:rPr>
              <a:t>The UK Biobank contains a vast amount of health-related data, imaging data, genetic information, and more from a large number of participants. A combination of technologies is used to efficiently manage and query such a diverse and extensive dataset.</a:t>
            </a:r>
          </a:p>
          <a:p>
            <a:pPr indent="-171450" algn="just"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GB" sz="1350" b="1" dirty="0">
              <a:solidFill>
                <a:schemeClr val="bg2">
                  <a:lumMod val="25000"/>
                </a:schemeClr>
              </a:solidFill>
            </a:endParaRPr>
          </a:p>
          <a:p>
            <a:pPr indent="-171450" algn="just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350" b="1" dirty="0">
                <a:solidFill>
                  <a:schemeClr val="bg2">
                    <a:lumMod val="25000"/>
                  </a:schemeClr>
                </a:solidFill>
              </a:rPr>
              <a:t>UK Biobank utilises a complex and comprehensive data storage infrastructure to manage its vast dataset. The UK Biobank doesn't rely on a single type of database but rather employs a combination of databases.</a:t>
            </a:r>
          </a:p>
        </p:txBody>
      </p:sp>
      <p:pic>
        <p:nvPicPr>
          <p:cNvPr id="4" name="Picture 2" descr="UK Biobank - Wikipedia">
            <a:extLst>
              <a:ext uri="{FF2B5EF4-FFF2-40B4-BE49-F238E27FC236}">
                <a16:creationId xmlns:a16="http://schemas.microsoft.com/office/drawing/2014/main" id="{2CAF3854-AA49-B413-3B24-D3BF4BB62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6" b="26371"/>
          <a:stretch/>
        </p:blipFill>
        <p:spPr bwMode="auto">
          <a:xfrm>
            <a:off x="5307552" y="1880351"/>
            <a:ext cx="3492454" cy="90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DD6B7C-CB0F-F023-DC94-B74B0CCBDDF2}"/>
              </a:ext>
            </a:extLst>
          </p:cNvPr>
          <p:cNvSpPr txBox="1"/>
          <p:nvPr/>
        </p:nvSpPr>
        <p:spPr>
          <a:xfrm>
            <a:off x="5307552" y="2784208"/>
            <a:ext cx="3492453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450"/>
              </a:spcAft>
            </a:pPr>
            <a:r>
              <a:rPr lang="en-GB" sz="1200" b="1" dirty="0">
                <a:solidFill>
                  <a:schemeClr val="bg2">
                    <a:lumMod val="25000"/>
                  </a:schemeClr>
                </a:solidFill>
              </a:rPr>
              <a:t>one of the world’s largest population studies</a:t>
            </a:r>
          </a:p>
        </p:txBody>
      </p:sp>
      <p:pic>
        <p:nvPicPr>
          <p:cNvPr id="3074" name="Picture 2" descr="United Kingdom Biobank (UK Biobank): JACC Focus Seminar 6/8 | Journal of  the American College of Cardiology">
            <a:extLst>
              <a:ext uri="{FF2B5EF4-FFF2-40B4-BE49-F238E27FC236}">
                <a16:creationId xmlns:a16="http://schemas.microsoft.com/office/drawing/2014/main" id="{7045F688-C16D-845F-AA9D-E761C14F97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5" t="4462" r="7525" b="5497"/>
          <a:stretch/>
        </p:blipFill>
        <p:spPr bwMode="auto">
          <a:xfrm>
            <a:off x="6151389" y="3159580"/>
            <a:ext cx="2086676" cy="242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270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COMP1314 Coursework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2463"/>
            <a:ext cx="5351821" cy="24356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Counts for 30% of this module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Write UNIX scripts to extract useful data from a very large dataset.</a:t>
            </a:r>
          </a:p>
        </p:txBody>
      </p:sp>
      <p:pic>
        <p:nvPicPr>
          <p:cNvPr id="4" name="Picture 3" descr="Image result for data scient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107" y="949891"/>
            <a:ext cx="3114018" cy="209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63CA30-ABB2-4253-37DA-5E8721795456}"/>
              </a:ext>
            </a:extLst>
          </p:cNvPr>
          <p:cNvSpPr txBox="1"/>
          <p:nvPr/>
        </p:nvSpPr>
        <p:spPr>
          <a:xfrm>
            <a:off x="628650" y="3204726"/>
            <a:ext cx="78867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GB" dirty="0"/>
          </a:p>
          <a:p>
            <a:r>
              <a:rPr lang="en-GB" sz="2400" dirty="0"/>
              <a:t>Then structure this data as a database and write queries to efficiently access it.</a:t>
            </a:r>
          </a:p>
          <a:p>
            <a:endParaRPr lang="en-GB" sz="2400" dirty="0"/>
          </a:p>
          <a:p>
            <a:r>
              <a:rPr lang="en-GB" sz="2400" dirty="0"/>
              <a:t>Write a report on the project in LaTeX</a:t>
            </a:r>
          </a:p>
          <a:p>
            <a:endParaRPr lang="en-GB" sz="2400" dirty="0"/>
          </a:p>
          <a:p>
            <a:r>
              <a:rPr lang="en-GB" sz="2400" dirty="0"/>
              <a:t>Coursework will be set in the end of Week 2 of the module.</a:t>
            </a:r>
          </a:p>
        </p:txBody>
      </p:sp>
    </p:spTree>
    <p:extLst>
      <p:ext uri="{BB962C8B-B14F-4D97-AF65-F5344CB8AC3E}">
        <p14:creationId xmlns:p14="http://schemas.microsoft.com/office/powerpoint/2010/main" val="2771016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1F8C-BF62-154A-8523-E1F36F96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COMP1314 </a:t>
            </a:r>
            <a:r>
              <a:rPr lang="en-GB" dirty="0"/>
              <a:t>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65F8-EEEF-4B4F-9C0F-DD7892B41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40% of the module</a:t>
            </a:r>
          </a:p>
          <a:p>
            <a:r>
              <a:rPr lang="en-GB" dirty="0"/>
              <a:t>Testing the underlying theory to the practice</a:t>
            </a:r>
          </a:p>
          <a:p>
            <a:endParaRPr lang="en-GB" dirty="0"/>
          </a:p>
          <a:p>
            <a:r>
              <a:rPr lang="en-GB" dirty="0"/>
              <a:t>An entirely computer-based multiple-choice exam</a:t>
            </a:r>
          </a:p>
          <a:p>
            <a:pPr lvl="1"/>
            <a:r>
              <a:rPr lang="en-GB" dirty="0"/>
              <a:t>However, testing not just memorisation, but </a:t>
            </a:r>
            <a:r>
              <a:rPr lang="en-GB" b="1" dirty="0"/>
              <a:t>understanding</a:t>
            </a:r>
          </a:p>
          <a:p>
            <a:pPr lvl="1"/>
            <a:r>
              <a:rPr lang="en-GB" dirty="0"/>
              <a:t>Type of MCQ you can expect will be covered in revision lectures.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7905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78" y="2406363"/>
            <a:ext cx="7886700" cy="1325563"/>
          </a:xfrm>
        </p:spPr>
        <p:txBody>
          <a:bodyPr/>
          <a:lstStyle/>
          <a:p>
            <a:r>
              <a:rPr lang="en-GB" dirty="0"/>
              <a:t>What you need to know for your labs with Angelos Nikolopoulos</a:t>
            </a:r>
          </a:p>
        </p:txBody>
      </p:sp>
    </p:spTree>
    <p:extLst>
      <p:ext uri="{BB962C8B-B14F-4D97-AF65-F5344CB8AC3E}">
        <p14:creationId xmlns:p14="http://schemas.microsoft.com/office/powerpoint/2010/main" val="1037510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D9B2-AB83-BEC1-9D3F-211614DD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695" y="1213992"/>
            <a:ext cx="4282323" cy="689854"/>
          </a:xfrm>
        </p:spPr>
        <p:txBody>
          <a:bodyPr anchor="b">
            <a:normAutofit fontScale="90000"/>
          </a:bodyPr>
          <a:lstStyle/>
          <a:p>
            <a:r>
              <a:rPr lang="en-GR" sz="4050" dirty="0"/>
              <a:t>A little bit about me…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5B31440-CD7F-C162-8B34-768AA734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34764" r="34764"/>
          <a:stretch/>
        </p:blipFill>
        <p:spPr bwMode="auto">
          <a:xfrm>
            <a:off x="1" y="803115"/>
            <a:ext cx="3493008" cy="5143493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86B9-35E0-7262-4FE8-4A029CA11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771" y="2260580"/>
            <a:ext cx="5536884" cy="3686028"/>
          </a:xfrm>
        </p:spPr>
        <p:txBody>
          <a:bodyPr>
            <a:normAutofit/>
          </a:bodyPr>
          <a:lstStyle/>
          <a:p>
            <a:r>
              <a:rPr lang="en-GR" sz="1950" dirty="0"/>
              <a:t>Currently a 3rd Year PhD Student within ECS</a:t>
            </a:r>
            <a:endParaRPr lang="en-GB" sz="1950" dirty="0"/>
          </a:p>
          <a:p>
            <a:pPr lvl="1"/>
            <a:r>
              <a:rPr lang="en-GB" sz="1950" b="1" dirty="0"/>
              <a:t>Research Group: </a:t>
            </a:r>
            <a:r>
              <a:rPr lang="en-GB" sz="1950" dirty="0"/>
              <a:t>Electrical Power Engineering (EPE)</a:t>
            </a:r>
            <a:endParaRPr lang="en-GR" sz="1950" dirty="0"/>
          </a:p>
          <a:p>
            <a:pPr lvl="1"/>
            <a:r>
              <a:rPr lang="en-GR" sz="1950" b="1" dirty="0"/>
              <a:t>Research interests</a:t>
            </a:r>
            <a:r>
              <a:rPr lang="en-GR" sz="1950" dirty="0"/>
              <a:t>: </a:t>
            </a:r>
            <a:r>
              <a:rPr lang="en-GB" sz="1950" dirty="0"/>
              <a:t>Solar Forecasting and Statistical Analysis. </a:t>
            </a:r>
            <a:endParaRPr lang="en-GR" sz="1950" dirty="0"/>
          </a:p>
          <a:p>
            <a:r>
              <a:rPr lang="en-GR" sz="1950" dirty="0"/>
              <a:t>Have been a lab demonstrator for:</a:t>
            </a:r>
          </a:p>
          <a:p>
            <a:pPr lvl="1"/>
            <a:r>
              <a:rPr lang="en-GB" sz="1950" dirty="0"/>
              <a:t>Student ECS Mentoring Program</a:t>
            </a:r>
          </a:p>
          <a:p>
            <a:pPr lvl="1"/>
            <a:r>
              <a:rPr lang="en-GB" sz="1950" dirty="0"/>
              <a:t>Machine Learning Technologies (COMP3222)</a:t>
            </a:r>
          </a:p>
          <a:p>
            <a:pPr lvl="1"/>
            <a:r>
              <a:rPr lang="en-GB" sz="1950" dirty="0"/>
              <a:t>Data Management (COMP1314)</a:t>
            </a:r>
            <a:endParaRPr lang="en-GR" sz="1950" dirty="0"/>
          </a:p>
          <a:p>
            <a:r>
              <a:rPr lang="en-GR" sz="1950" dirty="0"/>
              <a:t>Senior demonstrator for COMP1314</a:t>
            </a:r>
          </a:p>
          <a:p>
            <a:pPr lvl="1"/>
            <a:r>
              <a:rPr lang="en-GB" sz="1950" dirty="0"/>
              <a:t>Feel free to approach me and </a:t>
            </a:r>
            <a:r>
              <a:rPr lang="en-GB" sz="1950" b="1" dirty="0"/>
              <a:t>ask questions</a:t>
            </a:r>
            <a:r>
              <a:rPr lang="en-GB" sz="1950" dirty="0"/>
              <a:t>!</a:t>
            </a:r>
            <a:endParaRPr lang="en-GR" sz="1275" dirty="0"/>
          </a:p>
          <a:p>
            <a:pPr lvl="1"/>
            <a:endParaRPr lang="en-GR" sz="1275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93DCC5A-806D-A688-8F3D-25406311F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836109" y="984781"/>
            <a:ext cx="1148276" cy="114827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691600-0583-A76B-66E1-874D396F7895}"/>
              </a:ext>
            </a:extLst>
          </p:cNvPr>
          <p:cNvSpPr txBox="1"/>
          <p:nvPr/>
        </p:nvSpPr>
        <p:spPr>
          <a:xfrm>
            <a:off x="6698385" y="59340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arn1r23@soton.ac.uk</a:t>
            </a:r>
          </a:p>
        </p:txBody>
      </p:sp>
    </p:spTree>
    <p:extLst>
      <p:ext uri="{BB962C8B-B14F-4D97-AF65-F5344CB8AC3E}">
        <p14:creationId xmlns:p14="http://schemas.microsoft.com/office/powerpoint/2010/main" val="3500256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0E50-E246-0F5E-AAD9-56EC3808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baseline="0" dirty="0"/>
              <a:t>Lab Sessions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5FC72-8233-5F10-C785-5F7F483C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33500"/>
            <a:ext cx="7886700" cy="5286375"/>
          </a:xfrm>
        </p:spPr>
        <p:txBody>
          <a:bodyPr>
            <a:normAutofit fontScale="92500" lnSpcReduction="10000"/>
          </a:bodyPr>
          <a:lstStyle/>
          <a:p>
            <a:r>
              <a:rPr lang="en-GB" b="0" i="0" u="none" strike="noStrike" baseline="0" dirty="0"/>
              <a:t>Wednesday - B59/3229 ECS Computing Lab</a:t>
            </a:r>
            <a:endParaRPr lang="en-GB" dirty="0"/>
          </a:p>
          <a:p>
            <a:r>
              <a:rPr lang="en-GB" dirty="0"/>
              <a:t>Please check the schedule for your cohort slot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hlinkClick r:id="rId2"/>
              </a:rPr>
              <a:t>https://moodle.ecs.soton.ac.uk/course/view.php?id=481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51A09-517B-FB9C-2BF2-0A18A9D20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156164"/>
            <a:ext cx="9144000" cy="39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96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0E50-E246-0F5E-AAD9-56EC3808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baseline="0" dirty="0"/>
              <a:t>Lab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5FC72-8233-5F10-C785-5F7F483C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47839"/>
            <a:ext cx="7886700" cy="4448175"/>
          </a:xfrm>
        </p:spPr>
        <p:txBody>
          <a:bodyPr>
            <a:normAutofit fontScale="92500"/>
          </a:bodyPr>
          <a:lstStyle/>
          <a:p>
            <a:r>
              <a:rPr lang="en-GB" b="0" i="0" u="none" strike="noStrike" baseline="0" dirty="0"/>
              <a:t>D0 – Introduction, setting up your UNIX environment.</a:t>
            </a:r>
          </a:p>
          <a:p>
            <a:endParaRPr lang="en-GB" b="0" i="0" u="none" strike="noStrike" baseline="0" dirty="0"/>
          </a:p>
          <a:p>
            <a:r>
              <a:rPr lang="en-GB" dirty="0"/>
              <a:t>D1 – UNIX bash scripts, pipes and filters.</a:t>
            </a:r>
          </a:p>
          <a:p>
            <a:endParaRPr lang="en-GB" b="0" i="0" u="none" strike="noStrike" baseline="0" dirty="0"/>
          </a:p>
          <a:p>
            <a:r>
              <a:rPr lang="en-GB" dirty="0"/>
              <a:t>D2 – Structured data</a:t>
            </a:r>
          </a:p>
          <a:p>
            <a:endParaRPr lang="en-GB" b="0" i="0" u="none" strike="noStrike" baseline="0" dirty="0"/>
          </a:p>
          <a:p>
            <a:r>
              <a:rPr lang="en-GB" dirty="0"/>
              <a:t>D3 – SQL databases</a:t>
            </a:r>
          </a:p>
          <a:p>
            <a:endParaRPr lang="en-GB" b="0" i="0" u="none" strike="noStrike" baseline="0" dirty="0"/>
          </a:p>
          <a:p>
            <a:r>
              <a:rPr lang="en-GB" b="0" i="0" u="none" strike="noStrike" baseline="0" dirty="0"/>
              <a:t>D4 </a:t>
            </a:r>
            <a:r>
              <a:rPr lang="en-GB" dirty="0"/>
              <a:t>– NoSQL databases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788F621-5EBB-9A2C-3390-8F5815055BE3}"/>
              </a:ext>
            </a:extLst>
          </p:cNvPr>
          <p:cNvSpPr/>
          <p:nvPr/>
        </p:nvSpPr>
        <p:spPr>
          <a:xfrm>
            <a:off x="6629400" y="2667000"/>
            <a:ext cx="571500" cy="3409950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0A577-B6B9-D2E8-5751-0F1618F4ACDC}"/>
              </a:ext>
            </a:extLst>
          </p:cNvPr>
          <p:cNvSpPr txBox="1"/>
          <p:nvPr/>
        </p:nvSpPr>
        <p:spPr>
          <a:xfrm>
            <a:off x="7284642" y="4187309"/>
            <a:ext cx="1480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Assessed labs</a:t>
            </a:r>
          </a:p>
        </p:txBody>
      </p:sp>
    </p:spTree>
    <p:extLst>
      <p:ext uri="{BB962C8B-B14F-4D97-AF65-F5344CB8AC3E}">
        <p14:creationId xmlns:p14="http://schemas.microsoft.com/office/powerpoint/2010/main" val="1377119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273F-4B53-0514-B644-7772C986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Assessed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04D9-1B00-01BB-9768-78692CB3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lab </a:t>
            </a:r>
            <a:r>
              <a:rPr lang="en-GB" sz="2000" dirty="0"/>
              <a:t>D1-D4</a:t>
            </a:r>
            <a:r>
              <a:rPr lang="en-GB" dirty="0"/>
              <a:t> assessed based on four equally weighted criteria:</a:t>
            </a:r>
          </a:p>
          <a:p>
            <a:endParaRPr lang="en-GB" dirty="0"/>
          </a:p>
          <a:p>
            <a:pPr lvl="1"/>
            <a:r>
              <a:rPr lang="en-GB" b="1" dirty="0"/>
              <a:t>Preparation</a:t>
            </a:r>
            <a:r>
              <a:rPr lang="en-GB" dirty="0"/>
              <a:t> – How well are you prepared for the lab. Questions released a week before the scheduled lab.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Progress</a:t>
            </a:r>
            <a:r>
              <a:rPr lang="en-GB" dirty="0"/>
              <a:t> and </a:t>
            </a:r>
            <a:r>
              <a:rPr lang="en-GB" b="1" dirty="0"/>
              <a:t>Understanding</a:t>
            </a:r>
            <a:r>
              <a:rPr lang="en-GB" dirty="0"/>
              <a:t> –  Assessed during the lab.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Logbook</a:t>
            </a:r>
            <a:r>
              <a:rPr lang="en-GB" dirty="0"/>
              <a:t> – Note down answers to lab exercise in your logbook.</a:t>
            </a:r>
          </a:p>
        </p:txBody>
      </p:sp>
    </p:spTree>
    <p:extLst>
      <p:ext uri="{BB962C8B-B14F-4D97-AF65-F5344CB8AC3E}">
        <p14:creationId xmlns:p14="http://schemas.microsoft.com/office/powerpoint/2010/main" val="3239423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5DEF-3F0E-4A55-99E6-17303E93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7001"/>
            <a:ext cx="7886700" cy="1325563"/>
          </a:xfrm>
        </p:spPr>
        <p:txBody>
          <a:bodyPr/>
          <a:lstStyle/>
          <a:p>
            <a:r>
              <a:rPr lang="en-GB" dirty="0"/>
              <a:t>A word of caution regarding lab environment and CW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6440-715B-452C-8D52-5C8DECFA4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Some of you are already familiar with Linux/other UNIX systems</a:t>
            </a:r>
          </a:p>
          <a:p>
            <a:pPr lvl="1"/>
            <a:r>
              <a:rPr lang="en-GB" dirty="0"/>
              <a:t>That’s great!</a:t>
            </a:r>
          </a:p>
          <a:p>
            <a:r>
              <a:rPr lang="en-GB" dirty="0"/>
              <a:t>Some of you probably have your own Linux boxes  up and running</a:t>
            </a:r>
          </a:p>
          <a:p>
            <a:pPr lvl="1"/>
            <a:r>
              <a:rPr lang="en-GB" dirty="0"/>
              <a:t>That’s also fantastic!</a:t>
            </a:r>
          </a:p>
          <a:p>
            <a:r>
              <a:rPr lang="en-GB" dirty="0"/>
              <a:t>In this module, we expect you to use a specified Linux distribution, and not any other environments!</a:t>
            </a:r>
          </a:p>
          <a:p>
            <a:r>
              <a:rPr lang="en-GB" dirty="0"/>
              <a:t>There are occasional subtle differences between implementations of core tools, so make sure your code works on the environment provided!</a:t>
            </a:r>
          </a:p>
        </p:txBody>
      </p:sp>
    </p:spTree>
    <p:extLst>
      <p:ext uri="{BB962C8B-B14F-4D97-AF65-F5344CB8AC3E}">
        <p14:creationId xmlns:p14="http://schemas.microsoft.com/office/powerpoint/2010/main" val="1262479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2108-7B86-9F42-B98E-426C84BF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next!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FAA95-8BA8-BB43-BB3E-A1630B17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315325" cy="4351338"/>
          </a:xfrm>
        </p:spPr>
        <p:txBody>
          <a:bodyPr>
            <a:normAutofit/>
          </a:bodyPr>
          <a:lstStyle/>
          <a:p>
            <a:r>
              <a:rPr lang="en-GB" dirty="0"/>
              <a:t>Today: Introduction</a:t>
            </a:r>
          </a:p>
          <a:p>
            <a:r>
              <a:rPr lang="en-GB" dirty="0"/>
              <a:t>Friday lecture: UNIX philosophy + file-system introduction.</a:t>
            </a:r>
          </a:p>
          <a:p>
            <a:r>
              <a:rPr lang="en-GB" dirty="0"/>
              <a:t>Friday tutorial: LaTeX typesetting system.  </a:t>
            </a:r>
          </a:p>
          <a:p>
            <a:endParaRPr lang="en-GB" sz="1200" dirty="0"/>
          </a:p>
          <a:p>
            <a:r>
              <a:rPr lang="en-GB" dirty="0"/>
              <a:t>Next week, </a:t>
            </a:r>
            <a:r>
              <a:rPr lang="en-GB" i="1" dirty="0"/>
              <a:t>D0</a:t>
            </a:r>
            <a:r>
              <a:rPr lang="en-GB" dirty="0"/>
              <a:t> lab session on Wednesday (for Cohort B): Getting Started</a:t>
            </a:r>
          </a:p>
          <a:p>
            <a:pPr lvl="1"/>
            <a:r>
              <a:rPr lang="en-GB" dirty="0"/>
              <a:t>Setting up your environment</a:t>
            </a:r>
          </a:p>
          <a:p>
            <a:pPr lvl="1"/>
            <a:r>
              <a:rPr lang="en-GB" dirty="0"/>
              <a:t>Becoming familiar with the tools</a:t>
            </a:r>
          </a:p>
          <a:p>
            <a:pPr lvl="1"/>
            <a:r>
              <a:rPr lang="en-GB" dirty="0"/>
              <a:t>Getting ready for the coursework</a:t>
            </a:r>
          </a:p>
        </p:txBody>
      </p:sp>
    </p:spTree>
    <p:extLst>
      <p:ext uri="{BB962C8B-B14F-4D97-AF65-F5344CB8AC3E}">
        <p14:creationId xmlns:p14="http://schemas.microsoft.com/office/powerpoint/2010/main" val="1870628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5011</TotalTime>
  <Words>1338</Words>
  <Application>Microsoft Office PowerPoint</Application>
  <PresentationFormat>On-screen Show (4:3)</PresentationFormat>
  <Paragraphs>229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Roboto</vt:lpstr>
      <vt:lpstr>Office Theme</vt:lpstr>
      <vt:lpstr>1_Office Theme</vt:lpstr>
      <vt:lpstr>2_Office Theme</vt:lpstr>
      <vt:lpstr>PowerPoint Presentation</vt:lpstr>
      <vt:lpstr>COMP1314</vt:lpstr>
      <vt:lpstr>Who?</vt:lpstr>
      <vt:lpstr>What?</vt:lpstr>
      <vt:lpstr>Our Journey</vt:lpstr>
      <vt:lpstr>When?</vt:lpstr>
      <vt:lpstr>Livestreaming and Q&amp;A</vt:lpstr>
      <vt:lpstr>Resources for you</vt:lpstr>
      <vt:lpstr>How?</vt:lpstr>
      <vt:lpstr>PowerPoint Presentation</vt:lpstr>
      <vt:lpstr>Data-based Operating Systems</vt:lpstr>
      <vt:lpstr>Getting to know UNIX</vt:lpstr>
      <vt:lpstr>Interactive sessions</vt:lpstr>
      <vt:lpstr>“Classic” Databases with Tom</vt:lpstr>
      <vt:lpstr>I’m Tom</vt:lpstr>
      <vt:lpstr>COMP1314</vt:lpstr>
      <vt:lpstr>My Part of the Module</vt:lpstr>
      <vt:lpstr>Relational Algebra &amp; Databases in Practice with Rahman Attar</vt:lpstr>
      <vt:lpstr>PowerPoint Presentation</vt:lpstr>
      <vt:lpstr>PowerPoint Presentation</vt:lpstr>
      <vt:lpstr>PowerPoint Presentation</vt:lpstr>
      <vt:lpstr>COMP1314 Coursework</vt:lpstr>
      <vt:lpstr>The COMP1314 exam</vt:lpstr>
      <vt:lpstr>What you need to know for your labs with Angelos Nikolopoulos</vt:lpstr>
      <vt:lpstr>A little bit about me…</vt:lpstr>
      <vt:lpstr>Lab Sessions</vt:lpstr>
      <vt:lpstr>Lab Structure</vt:lpstr>
      <vt:lpstr>Assessed labs</vt:lpstr>
      <vt:lpstr>A word of caution regarding lab environment and CW</vt:lpstr>
      <vt:lpstr>What’s next!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COMP1204</dc:title>
  <dc:creator>Microsoft Office User</dc:creator>
  <cp:lastModifiedBy>Danesh Tarapore</cp:lastModifiedBy>
  <cp:revision>65</cp:revision>
  <dcterms:created xsi:type="dcterms:W3CDTF">2018-01-30T11:16:52Z</dcterms:created>
  <dcterms:modified xsi:type="dcterms:W3CDTF">2025-09-30T12:08:00Z</dcterms:modified>
</cp:coreProperties>
</file>